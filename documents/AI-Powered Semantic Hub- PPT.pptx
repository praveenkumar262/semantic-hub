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 id="2147483736" r:id="rId2"/>
    <p:sldMasterId id="2147483660" r:id="rId3"/>
  </p:sldMasterIdLst>
  <p:notesMasterIdLst>
    <p:notesMasterId r:id="rId9"/>
  </p:notesMasterIdLst>
  <p:sldIdLst>
    <p:sldId id="3419" r:id="rId4"/>
    <p:sldId id="5564" r:id="rId5"/>
    <p:sldId id="5623" r:id="rId6"/>
    <p:sldId id="5624" r:id="rId7"/>
    <p:sldId id="545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8A31"/>
    <a:srgbClr val="F29A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98143-70FF-4E2D-9BC9-2D967CCE44E2}" type="datetimeFigureOut">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BB369-427C-4B74-8EAA-6D1F9FC7FC01}" type="slidenum">
              <a:t>‹#›</a:t>
            </a:fld>
            <a:endParaRPr lang="en-US"/>
          </a:p>
        </p:txBody>
      </p:sp>
    </p:spTree>
    <p:extLst>
      <p:ext uri="{BB962C8B-B14F-4D97-AF65-F5344CB8AC3E}">
        <p14:creationId xmlns:p14="http://schemas.microsoft.com/office/powerpoint/2010/main" val="143474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265B3-8C42-44B6-98C6-0C281FBC15B3}"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2350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1F72CD-8697-AA4B-A98B-4D887057FB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1484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265B3-8C42-44B6-98C6-0C281FBC15B3}"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4363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Rectangle 5"/>
          <p:cNvSpPr/>
          <p:nvPr userDrawn="1"/>
        </p:nvSpPr>
        <p:spPr bwMode="gray">
          <a:xfrm>
            <a:off x="81281" y="650240"/>
            <a:ext cx="5963920" cy="680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Freeform 11"/>
          <p:cNvSpPr/>
          <p:nvPr userDrawn="1"/>
        </p:nvSpPr>
        <p:spPr bwMode="gray">
          <a:xfrm flipH="1">
            <a:off x="0" y="982483"/>
            <a:ext cx="6144594" cy="4847604"/>
          </a:xfrm>
          <a:custGeom>
            <a:avLst/>
            <a:gdLst>
              <a:gd name="connsiteX0" fmla="*/ 1209872 w 6187440"/>
              <a:gd name="connsiteY0" fmla="*/ 0 h 4839487"/>
              <a:gd name="connsiteX1" fmla="*/ 6187440 w 6187440"/>
              <a:gd name="connsiteY1" fmla="*/ 0 h 4839487"/>
              <a:gd name="connsiteX2" fmla="*/ 6187440 w 6187440"/>
              <a:gd name="connsiteY2" fmla="*/ 4839487 h 4839487"/>
              <a:gd name="connsiteX3" fmla="*/ 0 w 6187440"/>
              <a:gd name="connsiteY3" fmla="*/ 4839487 h 4839487"/>
            </a:gdLst>
            <a:ahLst/>
            <a:cxnLst>
              <a:cxn ang="0">
                <a:pos x="connsiteX0" y="connsiteY0"/>
              </a:cxn>
              <a:cxn ang="0">
                <a:pos x="connsiteX1" y="connsiteY1"/>
              </a:cxn>
              <a:cxn ang="0">
                <a:pos x="connsiteX2" y="connsiteY2"/>
              </a:cxn>
              <a:cxn ang="0">
                <a:pos x="connsiteX3" y="connsiteY3"/>
              </a:cxn>
            </a:cxnLst>
            <a:rect l="l" t="t" r="r" b="b"/>
            <a:pathLst>
              <a:path w="6187440" h="4839487">
                <a:moveTo>
                  <a:pt x="1209872" y="0"/>
                </a:moveTo>
                <a:lnTo>
                  <a:pt x="6187440" y="0"/>
                </a:lnTo>
                <a:lnTo>
                  <a:pt x="6187440" y="4839487"/>
                </a:lnTo>
                <a:lnTo>
                  <a:pt x="0" y="483948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p:cNvPicPr>
            <a:picLocks noChangeAspect="1"/>
          </p:cNvPicPr>
          <p:nvPr userDrawn="1"/>
        </p:nvPicPr>
        <p:blipFill>
          <a:blip r:embed="rId2"/>
          <a:srcRect/>
          <a:stretch>
            <a:fillRect/>
          </a:stretch>
        </p:blipFill>
        <p:spPr>
          <a:xfrm>
            <a:off x="6040420" y="0"/>
            <a:ext cx="6151580" cy="6007261"/>
          </a:xfrm>
          <a:custGeom>
            <a:avLst/>
            <a:gdLst>
              <a:gd name="connsiteX0" fmla="*/ 0 w 6151580"/>
              <a:gd name="connsiteY0" fmla="*/ 0 h 6007261"/>
              <a:gd name="connsiteX1" fmla="*/ 6151580 w 6151580"/>
              <a:gd name="connsiteY1" fmla="*/ 0 h 6007261"/>
              <a:gd name="connsiteX2" fmla="*/ 6151580 w 6151580"/>
              <a:gd name="connsiteY2" fmla="*/ 6007261 h 6007261"/>
              <a:gd name="connsiteX3" fmla="*/ 1532351 w 6151580"/>
              <a:gd name="connsiteY3" fmla="*/ 6007261 h 6007261"/>
              <a:gd name="connsiteX4" fmla="*/ 672896 w 6151580"/>
              <a:gd name="connsiteY4" fmla="*/ 5127585 h 6007261"/>
              <a:gd name="connsiteX5" fmla="*/ 0 w 6151580"/>
              <a:gd name="connsiteY5" fmla="*/ 3006093 h 600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51580" h="6007261">
                <a:moveTo>
                  <a:pt x="0" y="0"/>
                </a:moveTo>
                <a:lnTo>
                  <a:pt x="6151580" y="0"/>
                </a:lnTo>
                <a:lnTo>
                  <a:pt x="6151580" y="6007261"/>
                </a:lnTo>
                <a:lnTo>
                  <a:pt x="1532351" y="6007261"/>
                </a:lnTo>
                <a:lnTo>
                  <a:pt x="672896" y="5127585"/>
                </a:lnTo>
                <a:lnTo>
                  <a:pt x="0" y="3006093"/>
                </a:lnTo>
                <a:close/>
              </a:path>
            </a:pathLst>
          </a:custGeom>
        </p:spPr>
      </p:pic>
      <p:pic>
        <p:nvPicPr>
          <p:cNvPr id="9" name="Graphic 8">
            <a:extLst>
              <a:ext uri="{FF2B5EF4-FFF2-40B4-BE49-F238E27FC236}">
                <a16:creationId xmlns:a16="http://schemas.microsoft.com/office/drawing/2014/main" id="{A5B43289-77A9-544C-A6F7-09F3B0DDBF03}"/>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19546" t="40603" r="18637" b="43215"/>
          <a:stretch/>
        </p:blipFill>
        <p:spPr bwMode="gray">
          <a:xfrm>
            <a:off x="203200" y="128407"/>
            <a:ext cx="3119120" cy="612374"/>
          </a:xfrm>
          <a:prstGeom prst="rect">
            <a:avLst/>
          </a:prstGeom>
        </p:spPr>
      </p:pic>
      <p:sp>
        <p:nvSpPr>
          <p:cNvPr id="19" name="Rectangle 18"/>
          <p:cNvSpPr/>
          <p:nvPr userDrawn="1"/>
        </p:nvSpPr>
        <p:spPr>
          <a:xfrm>
            <a:off x="203200" y="6007261"/>
            <a:ext cx="11195728" cy="3935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Freeform 12"/>
          <p:cNvSpPr/>
          <p:nvPr userDrawn="1"/>
        </p:nvSpPr>
        <p:spPr bwMode="gray">
          <a:xfrm flipH="1">
            <a:off x="0" y="1180618"/>
            <a:ext cx="5944496" cy="4649469"/>
          </a:xfrm>
          <a:custGeom>
            <a:avLst/>
            <a:gdLst>
              <a:gd name="connsiteX0" fmla="*/ 1209872 w 6187440"/>
              <a:gd name="connsiteY0" fmla="*/ 0 h 4839487"/>
              <a:gd name="connsiteX1" fmla="*/ 6187440 w 6187440"/>
              <a:gd name="connsiteY1" fmla="*/ 0 h 4839487"/>
              <a:gd name="connsiteX2" fmla="*/ 6187440 w 6187440"/>
              <a:gd name="connsiteY2" fmla="*/ 4839487 h 4839487"/>
              <a:gd name="connsiteX3" fmla="*/ 0 w 6187440"/>
              <a:gd name="connsiteY3" fmla="*/ 4839487 h 4839487"/>
            </a:gdLst>
            <a:ahLst/>
            <a:cxnLst>
              <a:cxn ang="0">
                <a:pos x="connsiteX0" y="connsiteY0"/>
              </a:cxn>
              <a:cxn ang="0">
                <a:pos x="connsiteX1" y="connsiteY1"/>
              </a:cxn>
              <a:cxn ang="0">
                <a:pos x="connsiteX2" y="connsiteY2"/>
              </a:cxn>
              <a:cxn ang="0">
                <a:pos x="connsiteX3" y="connsiteY3"/>
              </a:cxn>
            </a:cxnLst>
            <a:rect l="l" t="t" r="r" b="b"/>
            <a:pathLst>
              <a:path w="6187440" h="4839487">
                <a:moveTo>
                  <a:pt x="1209872" y="0"/>
                </a:moveTo>
                <a:lnTo>
                  <a:pt x="6187440" y="0"/>
                </a:lnTo>
                <a:lnTo>
                  <a:pt x="6187440" y="4839487"/>
                </a:lnTo>
                <a:lnTo>
                  <a:pt x="0" y="483948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Parallelogram 15"/>
          <p:cNvSpPr/>
          <p:nvPr userDrawn="1"/>
        </p:nvSpPr>
        <p:spPr>
          <a:xfrm flipH="1">
            <a:off x="4982140" y="1945557"/>
            <a:ext cx="973931" cy="2929573"/>
          </a:xfrm>
          <a:prstGeom prst="parallelogram">
            <a:avLst>
              <a:gd name="adj" fmla="val 7408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20B4CCCD-27A9-874E-AA29-C68B1F8FC7FF}"/>
              </a:ext>
            </a:extLst>
          </p:cNvPr>
          <p:cNvSpPr>
            <a:spLocks noGrp="1"/>
          </p:cNvSpPr>
          <p:nvPr userDrawn="1">
            <p:ph type="ctrTitle"/>
          </p:nvPr>
        </p:nvSpPr>
        <p:spPr bwMode="gray">
          <a:xfrm>
            <a:off x="359411" y="2164173"/>
            <a:ext cx="4724400" cy="1893252"/>
          </a:xfrm>
        </p:spPr>
        <p:txBody>
          <a:bodyPr anchor="b">
            <a:normAutofit/>
          </a:bodyPr>
          <a:lstStyle>
            <a:lvl1pPr algn="l">
              <a:defRPr sz="4000">
                <a:solidFill>
                  <a:srgbClr val="002060"/>
                </a:solidFill>
                <a:latin typeface="+mn-lt"/>
              </a:defRPr>
            </a:lvl1pPr>
          </a:lstStyle>
          <a:p>
            <a:r>
              <a:rPr lang="en-US"/>
              <a:t>Click to edit Master title style</a:t>
            </a:r>
          </a:p>
        </p:txBody>
      </p:sp>
      <p:sp>
        <p:nvSpPr>
          <p:cNvPr id="3" name="Subtitle 2">
            <a:extLst>
              <a:ext uri="{FF2B5EF4-FFF2-40B4-BE49-F238E27FC236}">
                <a16:creationId xmlns:a16="http://schemas.microsoft.com/office/drawing/2014/main" id="{B3549CA0-BCBE-534A-A649-EB08B1C6BFEC}"/>
              </a:ext>
            </a:extLst>
          </p:cNvPr>
          <p:cNvSpPr>
            <a:spLocks noGrp="1"/>
          </p:cNvSpPr>
          <p:nvPr userDrawn="1">
            <p:ph type="subTitle" idx="1"/>
          </p:nvPr>
        </p:nvSpPr>
        <p:spPr bwMode="gray">
          <a:xfrm>
            <a:off x="359411" y="4405182"/>
            <a:ext cx="4724400" cy="332399"/>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Parallelogram 17"/>
          <p:cNvSpPr/>
          <p:nvPr userDrawn="1"/>
        </p:nvSpPr>
        <p:spPr>
          <a:xfrm flipH="1">
            <a:off x="5127507" y="2072640"/>
            <a:ext cx="889434" cy="2675406"/>
          </a:xfrm>
          <a:prstGeom prst="parallelogram">
            <a:avLst>
              <a:gd name="adj" fmla="val 7408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76096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AC233-40C0-3242-AF16-F0072A21BF17}"/>
              </a:ext>
            </a:extLst>
          </p:cNvPr>
          <p:cNvSpPr>
            <a:spLocks noGrp="1"/>
          </p:cNvSpPr>
          <p:nvPr>
            <p:ph type="title"/>
          </p:nvPr>
        </p:nvSpPr>
        <p:spPr>
          <a:xfrm>
            <a:off x="465667" y="106789"/>
            <a:ext cx="11300236" cy="714306"/>
          </a:xfrm>
        </p:spPr>
        <p:txBody>
          <a:bodyPr/>
          <a:lstStyle>
            <a:lvl1pPr>
              <a:defRPr>
                <a:solidFill>
                  <a:srgbClr val="0020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913200-A1A8-084B-93A1-73B8FAB78379}"/>
              </a:ext>
            </a:extLst>
          </p:cNvPr>
          <p:cNvSpPr>
            <a:spLocks noGrp="1"/>
          </p:cNvSpPr>
          <p:nvPr>
            <p:ph idx="1"/>
          </p:nvPr>
        </p:nvSpPr>
        <p:spPr>
          <a:xfrm>
            <a:off x="465667" y="1079292"/>
            <a:ext cx="11300236" cy="4751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8FCEE418-9FFE-C245-86D4-89ED8F8E7927}"/>
              </a:ext>
            </a:extLst>
          </p:cNvPr>
          <p:cNvSpPr>
            <a:spLocks noGrp="1"/>
          </p:cNvSpPr>
          <p:nvPr>
            <p:ph type="ftr" sz="quarter" idx="3"/>
          </p:nvPr>
        </p:nvSpPr>
        <p:spPr>
          <a:xfrm>
            <a:off x="465667" y="6357327"/>
            <a:ext cx="4114800" cy="184666"/>
          </a:xfrm>
          <a:prstGeom prst="rect">
            <a:avLst/>
          </a:prstGeom>
        </p:spPr>
        <p:txBody>
          <a:bodyPr vert="horz" lIns="0" tIns="0" rIns="0" bIns="0" rtlCol="0" anchor="t" anchorCtr="0">
            <a:spAutoFit/>
          </a:bodyPr>
          <a:lstStyle>
            <a:lvl1pPr algn="l">
              <a:defRPr sz="1200" b="0">
                <a:solidFill>
                  <a:schemeClr val="accent2"/>
                </a:solidFill>
                <a:latin typeface="+mn-lt"/>
              </a:defRPr>
            </a:lvl1pPr>
          </a:lstStyle>
          <a:p>
            <a:endParaRPr lang="en-US"/>
          </a:p>
        </p:txBody>
      </p:sp>
      <p:sp>
        <p:nvSpPr>
          <p:cNvPr id="5" name="Slide Number Placeholder 5">
            <a:extLst>
              <a:ext uri="{FF2B5EF4-FFF2-40B4-BE49-F238E27FC236}">
                <a16:creationId xmlns:a16="http://schemas.microsoft.com/office/drawing/2014/main" id="{BB58FFA3-C8F7-BB49-9D2C-D08852CF15DD}"/>
              </a:ext>
            </a:extLst>
          </p:cNvPr>
          <p:cNvSpPr>
            <a:spLocks noGrp="1"/>
          </p:cNvSpPr>
          <p:nvPr>
            <p:ph type="sldNum" sz="quarter" idx="4"/>
          </p:nvPr>
        </p:nvSpPr>
        <p:spPr>
          <a:xfrm>
            <a:off x="10562252" y="6357327"/>
            <a:ext cx="251927" cy="184666"/>
          </a:xfrm>
          <a:prstGeom prst="rect">
            <a:avLst/>
          </a:prstGeom>
        </p:spPr>
        <p:txBody>
          <a:bodyPr vert="horz" wrap="square" lIns="0" tIns="0" rIns="0" bIns="0" rtlCol="0" anchor="t" anchorCtr="0">
            <a:spAutoFit/>
          </a:bodyPr>
          <a:lstStyle>
            <a:lvl1pPr algn="r">
              <a:defRPr lang="en-US" sz="1200" b="0" smtClean="0">
                <a:solidFill>
                  <a:schemeClr val="accent2"/>
                </a:solidFill>
              </a:defRPr>
            </a:lvl1pPr>
          </a:lstStyle>
          <a:p>
            <a:fld id="{274CC3B9-6596-1243-9665-72A444B9047F}" type="slidenum">
              <a:rPr lang="en-CA" smtClean="0"/>
              <a:pPr/>
              <a:t>‹#›</a:t>
            </a:fld>
            <a:endParaRPr lang="en-CA"/>
          </a:p>
        </p:txBody>
      </p:sp>
    </p:spTree>
    <p:extLst>
      <p:ext uri="{BB962C8B-B14F-4D97-AF65-F5344CB8AC3E}">
        <p14:creationId xmlns:p14="http://schemas.microsoft.com/office/powerpoint/2010/main" val="3373276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endParaRPr lang="en-US"/>
          </a:p>
        </p:txBody>
      </p:sp>
      <p:pic>
        <p:nvPicPr>
          <p:cNvPr id="32" name="Picture 31">
            <a:extLst>
              <a:ext uri="{FF2B5EF4-FFF2-40B4-BE49-F238E27FC236}">
                <a16:creationId xmlns:a16="http://schemas.microsoft.com/office/drawing/2014/main" id="{AB64086E-D480-C64D-8011-1ACDE93C9D6D}"/>
              </a:ext>
            </a:extLst>
          </p:cNvPr>
          <p:cNvPicPr>
            <a:picLocks noChangeAspect="1"/>
          </p:cNvPicPr>
          <p:nvPr userDrawn="1"/>
        </p:nvPicPr>
        <p:blipFill>
          <a:blip r:embed="rId2">
            <a:alphaModFix amt="89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57F1E4F-1CFF-5643-939E-217C01CDF565}" type="slidenum">
              <a:rPr lang="en-US"/>
              <a:pPr/>
              <a:t>‹#›</a:t>
            </a:fld>
            <a:endParaRPr lang="en-US"/>
          </a:p>
        </p:txBody>
      </p:sp>
      <p:sp>
        <p:nvSpPr>
          <p:cNvPr id="29" name="Flowchart: Process 28"/>
          <p:cNvSpPr/>
          <p:nvPr userDrawn="1"/>
        </p:nvSpPr>
        <p:spPr>
          <a:xfrm>
            <a:off x="476250" y="462024"/>
            <a:ext cx="6381912" cy="593395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16 h 10016"/>
              <a:gd name="connsiteX1" fmla="*/ 9415 w 10000"/>
              <a:gd name="connsiteY1" fmla="*/ 0 h 10016"/>
              <a:gd name="connsiteX2" fmla="*/ 10000 w 10000"/>
              <a:gd name="connsiteY2" fmla="*/ 10016 h 10016"/>
              <a:gd name="connsiteX3" fmla="*/ 0 w 10000"/>
              <a:gd name="connsiteY3" fmla="*/ 10016 h 10016"/>
              <a:gd name="connsiteX4" fmla="*/ 0 w 10000"/>
              <a:gd name="connsiteY4" fmla="*/ 16 h 10016"/>
              <a:gd name="connsiteX0" fmla="*/ 0 w 10000"/>
              <a:gd name="connsiteY0" fmla="*/ 16 h 10016"/>
              <a:gd name="connsiteX1" fmla="*/ 9415 w 10000"/>
              <a:gd name="connsiteY1" fmla="*/ 0 h 10016"/>
              <a:gd name="connsiteX2" fmla="*/ 9740 w 10000"/>
              <a:gd name="connsiteY2" fmla="*/ 5596 h 10016"/>
              <a:gd name="connsiteX3" fmla="*/ 10000 w 10000"/>
              <a:gd name="connsiteY3" fmla="*/ 10016 h 10016"/>
              <a:gd name="connsiteX4" fmla="*/ 0 w 10000"/>
              <a:gd name="connsiteY4" fmla="*/ 10016 h 10016"/>
              <a:gd name="connsiteX5" fmla="*/ 0 w 10000"/>
              <a:gd name="connsiteY5" fmla="*/ 16 h 10016"/>
              <a:gd name="connsiteX0" fmla="*/ 0 w 9750"/>
              <a:gd name="connsiteY0" fmla="*/ 16 h 10032"/>
              <a:gd name="connsiteX1" fmla="*/ 9415 w 9750"/>
              <a:gd name="connsiteY1" fmla="*/ 0 h 10032"/>
              <a:gd name="connsiteX2" fmla="*/ 9740 w 9750"/>
              <a:gd name="connsiteY2" fmla="*/ 5596 h 10032"/>
              <a:gd name="connsiteX3" fmla="*/ 9423 w 9750"/>
              <a:gd name="connsiteY3" fmla="*/ 10032 h 10032"/>
              <a:gd name="connsiteX4" fmla="*/ 0 w 9750"/>
              <a:gd name="connsiteY4" fmla="*/ 10016 h 10032"/>
              <a:gd name="connsiteX5" fmla="*/ 0 w 9750"/>
              <a:gd name="connsiteY5" fmla="*/ 16 h 10032"/>
              <a:gd name="connsiteX0" fmla="*/ 0 w 10010"/>
              <a:gd name="connsiteY0" fmla="*/ 16 h 10000"/>
              <a:gd name="connsiteX1" fmla="*/ 9656 w 10010"/>
              <a:gd name="connsiteY1" fmla="*/ 0 h 10000"/>
              <a:gd name="connsiteX2" fmla="*/ 9990 w 10010"/>
              <a:gd name="connsiteY2" fmla="*/ 5578 h 10000"/>
              <a:gd name="connsiteX3" fmla="*/ 9665 w 10010"/>
              <a:gd name="connsiteY3" fmla="*/ 10000 h 10000"/>
              <a:gd name="connsiteX4" fmla="*/ 0 w 10010"/>
              <a:gd name="connsiteY4" fmla="*/ 9984 h 10000"/>
              <a:gd name="connsiteX5" fmla="*/ 0 w 10010"/>
              <a:gd name="connsiteY5" fmla="*/ 16 h 10000"/>
              <a:gd name="connsiteX0" fmla="*/ 0 w 10004"/>
              <a:gd name="connsiteY0" fmla="*/ 16 h 10000"/>
              <a:gd name="connsiteX1" fmla="*/ 9656 w 10004"/>
              <a:gd name="connsiteY1" fmla="*/ 0 h 10000"/>
              <a:gd name="connsiteX2" fmla="*/ 9990 w 10004"/>
              <a:gd name="connsiteY2" fmla="*/ 5578 h 10000"/>
              <a:gd name="connsiteX3" fmla="*/ 9665 w 10004"/>
              <a:gd name="connsiteY3" fmla="*/ 10000 h 10000"/>
              <a:gd name="connsiteX4" fmla="*/ 0 w 10004"/>
              <a:gd name="connsiteY4" fmla="*/ 9984 h 10000"/>
              <a:gd name="connsiteX5" fmla="*/ 0 w 10004"/>
              <a:gd name="connsiteY5" fmla="*/ 16 h 10000"/>
              <a:gd name="connsiteX0" fmla="*/ 0 w 9838"/>
              <a:gd name="connsiteY0" fmla="*/ 16 h 10000"/>
              <a:gd name="connsiteX1" fmla="*/ 9656 w 9838"/>
              <a:gd name="connsiteY1" fmla="*/ 0 h 10000"/>
              <a:gd name="connsiteX2" fmla="*/ 9815 w 9838"/>
              <a:gd name="connsiteY2" fmla="*/ 5498 h 10000"/>
              <a:gd name="connsiteX3" fmla="*/ 9665 w 9838"/>
              <a:gd name="connsiteY3" fmla="*/ 10000 h 10000"/>
              <a:gd name="connsiteX4" fmla="*/ 0 w 9838"/>
              <a:gd name="connsiteY4" fmla="*/ 9984 h 10000"/>
              <a:gd name="connsiteX5" fmla="*/ 0 w 9838"/>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9992"/>
              <a:gd name="connsiteY0" fmla="*/ 16 h 10000"/>
              <a:gd name="connsiteX1" fmla="*/ 9636 w 9992"/>
              <a:gd name="connsiteY1" fmla="*/ 0 h 10000"/>
              <a:gd name="connsiteX2" fmla="*/ 9977 w 9992"/>
              <a:gd name="connsiteY2" fmla="*/ 5498 h 10000"/>
              <a:gd name="connsiteX3" fmla="*/ 9824 w 9992"/>
              <a:gd name="connsiteY3" fmla="*/ 10000 h 10000"/>
              <a:gd name="connsiteX4" fmla="*/ 0 w 9992"/>
              <a:gd name="connsiteY4" fmla="*/ 9984 h 10000"/>
              <a:gd name="connsiteX5" fmla="*/ 0 w 9992"/>
              <a:gd name="connsiteY5" fmla="*/ 1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 h="10000">
                <a:moveTo>
                  <a:pt x="0" y="16"/>
                </a:moveTo>
                <a:lnTo>
                  <a:pt x="9636" y="0"/>
                </a:lnTo>
                <a:cubicBezTo>
                  <a:pt x="9749" y="1859"/>
                  <a:pt x="10067" y="3527"/>
                  <a:pt x="9977" y="5498"/>
                </a:cubicBezTo>
                <a:cubicBezTo>
                  <a:pt x="9982" y="6950"/>
                  <a:pt x="9877" y="8532"/>
                  <a:pt x="9824" y="10000"/>
                </a:cubicBezTo>
                <a:lnTo>
                  <a:pt x="0" y="9984"/>
                </a:lnTo>
                <a:lnTo>
                  <a:pt x="0" y="16"/>
                </a:lnTo>
                <a:close/>
              </a:path>
            </a:pathLst>
          </a:custGeom>
          <a:solidFill>
            <a:srgbClr val="F4792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Freeform 5"/>
          <p:cNvSpPr/>
          <p:nvPr userDrawn="1"/>
        </p:nvSpPr>
        <p:spPr bwMode="gray">
          <a:xfrm rot="16200000">
            <a:off x="3747181" y="3268820"/>
            <a:ext cx="6053670" cy="320359"/>
          </a:xfrm>
          <a:custGeom>
            <a:avLst/>
            <a:gdLst>
              <a:gd name="connsiteX0" fmla="*/ 0 w 10000"/>
              <a:gd name="connsiteY0" fmla="*/ 0 h 9963"/>
              <a:gd name="connsiteX1" fmla="*/ 0 w 10000"/>
              <a:gd name="connsiteY1" fmla="*/ 9963 h 9963"/>
              <a:gd name="connsiteX2" fmla="*/ 10000 w 10000"/>
              <a:gd name="connsiteY2" fmla="*/ 5824 h 9963"/>
              <a:gd name="connsiteX3" fmla="*/ 10000 w 10000"/>
              <a:gd name="connsiteY3" fmla="*/ 9 h 9963"/>
              <a:gd name="connsiteX4" fmla="*/ 10000 w 10000"/>
              <a:gd name="connsiteY4" fmla="*/ 9 h 9963"/>
              <a:gd name="connsiteX5" fmla="*/ 9773 w 10000"/>
              <a:gd name="connsiteY5" fmla="*/ 195 h 9963"/>
              <a:gd name="connsiteX6" fmla="*/ 9547 w 10000"/>
              <a:gd name="connsiteY6" fmla="*/ 373 h 9963"/>
              <a:gd name="connsiteX7" fmla="*/ 9320 w 10000"/>
              <a:gd name="connsiteY7" fmla="*/ 546 h 9963"/>
              <a:gd name="connsiteX8" fmla="*/ 9092 w 10000"/>
              <a:gd name="connsiteY8" fmla="*/ 695 h 9963"/>
              <a:gd name="connsiteX9" fmla="*/ 8865 w 10000"/>
              <a:gd name="connsiteY9" fmla="*/ 845 h 9963"/>
              <a:gd name="connsiteX10" fmla="*/ 8637 w 10000"/>
              <a:gd name="connsiteY10" fmla="*/ 985 h 9963"/>
              <a:gd name="connsiteX11" fmla="*/ 8412 w 10000"/>
              <a:gd name="connsiteY11" fmla="*/ 1105 h 9963"/>
              <a:gd name="connsiteX12" fmla="*/ 8184 w 10000"/>
              <a:gd name="connsiteY12" fmla="*/ 1219 h 9963"/>
              <a:gd name="connsiteX13" fmla="*/ 7957 w 10000"/>
              <a:gd name="connsiteY13" fmla="*/ 1323 h 9963"/>
              <a:gd name="connsiteX14" fmla="*/ 7734 w 10000"/>
              <a:gd name="connsiteY14" fmla="*/ 1413 h 9963"/>
              <a:gd name="connsiteX15" fmla="*/ 7508 w 10000"/>
              <a:gd name="connsiteY15" fmla="*/ 1503 h 9963"/>
              <a:gd name="connsiteX16" fmla="*/ 7285 w 10000"/>
              <a:gd name="connsiteY16" fmla="*/ 1578 h 9963"/>
              <a:gd name="connsiteX17" fmla="*/ 7062 w 10000"/>
              <a:gd name="connsiteY17" fmla="*/ 1636 h 9963"/>
              <a:gd name="connsiteX18" fmla="*/ 6840 w 10000"/>
              <a:gd name="connsiteY18" fmla="*/ 1698 h 9963"/>
              <a:gd name="connsiteX19" fmla="*/ 6620 w 10000"/>
              <a:gd name="connsiteY19" fmla="*/ 1749 h 9963"/>
              <a:gd name="connsiteX20" fmla="*/ 6402 w 10000"/>
              <a:gd name="connsiteY20" fmla="*/ 1785 h 9963"/>
              <a:gd name="connsiteX21" fmla="*/ 6184 w 10000"/>
              <a:gd name="connsiteY21" fmla="*/ 1816 h 9963"/>
              <a:gd name="connsiteX22" fmla="*/ 5968 w 10000"/>
              <a:gd name="connsiteY22" fmla="*/ 1846 h 9963"/>
              <a:gd name="connsiteX23" fmla="*/ 5755 w 10000"/>
              <a:gd name="connsiteY23" fmla="*/ 1860 h 9963"/>
              <a:gd name="connsiteX24" fmla="*/ 5542 w 10000"/>
              <a:gd name="connsiteY24" fmla="*/ 1875 h 9963"/>
              <a:gd name="connsiteX25" fmla="*/ 5332 w 10000"/>
              <a:gd name="connsiteY25" fmla="*/ 1883 h 9963"/>
              <a:gd name="connsiteX26" fmla="*/ 5124 w 10000"/>
              <a:gd name="connsiteY26" fmla="*/ 1875 h 9963"/>
              <a:gd name="connsiteX27" fmla="*/ 4918 w 10000"/>
              <a:gd name="connsiteY27" fmla="*/ 1875 h 9963"/>
              <a:gd name="connsiteX28" fmla="*/ 4714 w 10000"/>
              <a:gd name="connsiteY28" fmla="*/ 1860 h 9963"/>
              <a:gd name="connsiteX29" fmla="*/ 4514 w 10000"/>
              <a:gd name="connsiteY29" fmla="*/ 1838 h 9963"/>
              <a:gd name="connsiteX30" fmla="*/ 4316 w 10000"/>
              <a:gd name="connsiteY30" fmla="*/ 1816 h 9963"/>
              <a:gd name="connsiteX31" fmla="*/ 4122 w 10000"/>
              <a:gd name="connsiteY31" fmla="*/ 1793 h 9963"/>
              <a:gd name="connsiteX32" fmla="*/ 3929 w 10000"/>
              <a:gd name="connsiteY32" fmla="*/ 1756 h 9963"/>
              <a:gd name="connsiteX33" fmla="*/ 3739 w 10000"/>
              <a:gd name="connsiteY33" fmla="*/ 1718 h 9963"/>
              <a:gd name="connsiteX34" fmla="*/ 3553 w 10000"/>
              <a:gd name="connsiteY34" fmla="*/ 1683 h 9963"/>
              <a:gd name="connsiteX35" fmla="*/ 3190 w 10000"/>
              <a:gd name="connsiteY35" fmla="*/ 1584 h 9963"/>
              <a:gd name="connsiteX36" fmla="*/ 2842 w 10000"/>
              <a:gd name="connsiteY36" fmla="*/ 1479 h 9963"/>
              <a:gd name="connsiteX37" fmla="*/ 2508 w 10000"/>
              <a:gd name="connsiteY37" fmla="*/ 1369 h 9963"/>
              <a:gd name="connsiteX38" fmla="*/ 2192 w 10000"/>
              <a:gd name="connsiteY38" fmla="*/ 1248 h 9963"/>
              <a:gd name="connsiteX39" fmla="*/ 1890 w 10000"/>
              <a:gd name="connsiteY39" fmla="*/ 1121 h 9963"/>
              <a:gd name="connsiteX40" fmla="*/ 1610 w 10000"/>
              <a:gd name="connsiteY40" fmla="*/ 985 h 9963"/>
              <a:gd name="connsiteX41" fmla="*/ 1347 w 10000"/>
              <a:gd name="connsiteY41" fmla="*/ 851 h 9963"/>
              <a:gd name="connsiteX42" fmla="*/ 1105 w 10000"/>
              <a:gd name="connsiteY42" fmla="*/ 718 h 9963"/>
              <a:gd name="connsiteX43" fmla="*/ 883 w 10000"/>
              <a:gd name="connsiteY43" fmla="*/ 591 h 9963"/>
              <a:gd name="connsiteX44" fmla="*/ 686 w 10000"/>
              <a:gd name="connsiteY44" fmla="*/ 471 h 9963"/>
              <a:gd name="connsiteX45" fmla="*/ 508 w 10000"/>
              <a:gd name="connsiteY45" fmla="*/ 358 h 9963"/>
              <a:gd name="connsiteX46" fmla="*/ 358 w 10000"/>
              <a:gd name="connsiteY46" fmla="*/ 263 h 9963"/>
              <a:gd name="connsiteX47" fmla="*/ 232 w 10000"/>
              <a:gd name="connsiteY47" fmla="*/ 173 h 9963"/>
              <a:gd name="connsiteX48" fmla="*/ 59 w 10000"/>
              <a:gd name="connsiteY48" fmla="*/ 44 h 9963"/>
              <a:gd name="connsiteX49" fmla="*/ 0 w 10000"/>
              <a:gd name="connsiteY49" fmla="*/ 0 h 9963"/>
              <a:gd name="connsiteX50" fmla="*/ 0 w 10000"/>
              <a:gd name="connsiteY50" fmla="*/ 0 h 9963"/>
              <a:gd name="connsiteX0" fmla="*/ 0 w 10000"/>
              <a:gd name="connsiteY0" fmla="*/ 0 h 5961"/>
              <a:gd name="connsiteX1" fmla="*/ 16 w 10000"/>
              <a:gd name="connsiteY1" fmla="*/ 5961 h 5961"/>
              <a:gd name="connsiteX2" fmla="*/ 10000 w 10000"/>
              <a:gd name="connsiteY2" fmla="*/ 5846 h 5961"/>
              <a:gd name="connsiteX3" fmla="*/ 10000 w 10000"/>
              <a:gd name="connsiteY3" fmla="*/ 9 h 5961"/>
              <a:gd name="connsiteX4" fmla="*/ 10000 w 10000"/>
              <a:gd name="connsiteY4" fmla="*/ 9 h 5961"/>
              <a:gd name="connsiteX5" fmla="*/ 9773 w 10000"/>
              <a:gd name="connsiteY5" fmla="*/ 196 h 5961"/>
              <a:gd name="connsiteX6" fmla="*/ 9547 w 10000"/>
              <a:gd name="connsiteY6" fmla="*/ 374 h 5961"/>
              <a:gd name="connsiteX7" fmla="*/ 9320 w 10000"/>
              <a:gd name="connsiteY7" fmla="*/ 548 h 5961"/>
              <a:gd name="connsiteX8" fmla="*/ 9092 w 10000"/>
              <a:gd name="connsiteY8" fmla="*/ 698 h 5961"/>
              <a:gd name="connsiteX9" fmla="*/ 8865 w 10000"/>
              <a:gd name="connsiteY9" fmla="*/ 848 h 5961"/>
              <a:gd name="connsiteX10" fmla="*/ 8637 w 10000"/>
              <a:gd name="connsiteY10" fmla="*/ 989 h 5961"/>
              <a:gd name="connsiteX11" fmla="*/ 8412 w 10000"/>
              <a:gd name="connsiteY11" fmla="*/ 1109 h 5961"/>
              <a:gd name="connsiteX12" fmla="*/ 8184 w 10000"/>
              <a:gd name="connsiteY12" fmla="*/ 1224 h 5961"/>
              <a:gd name="connsiteX13" fmla="*/ 7957 w 10000"/>
              <a:gd name="connsiteY13" fmla="*/ 1328 h 5961"/>
              <a:gd name="connsiteX14" fmla="*/ 7734 w 10000"/>
              <a:gd name="connsiteY14" fmla="*/ 1418 h 5961"/>
              <a:gd name="connsiteX15" fmla="*/ 7508 w 10000"/>
              <a:gd name="connsiteY15" fmla="*/ 1509 h 5961"/>
              <a:gd name="connsiteX16" fmla="*/ 7285 w 10000"/>
              <a:gd name="connsiteY16" fmla="*/ 1584 h 5961"/>
              <a:gd name="connsiteX17" fmla="*/ 7062 w 10000"/>
              <a:gd name="connsiteY17" fmla="*/ 1642 h 5961"/>
              <a:gd name="connsiteX18" fmla="*/ 6840 w 10000"/>
              <a:gd name="connsiteY18" fmla="*/ 1704 h 5961"/>
              <a:gd name="connsiteX19" fmla="*/ 6620 w 10000"/>
              <a:gd name="connsiteY19" fmla="*/ 1755 h 5961"/>
              <a:gd name="connsiteX20" fmla="*/ 6402 w 10000"/>
              <a:gd name="connsiteY20" fmla="*/ 1792 h 5961"/>
              <a:gd name="connsiteX21" fmla="*/ 6184 w 10000"/>
              <a:gd name="connsiteY21" fmla="*/ 1823 h 5961"/>
              <a:gd name="connsiteX22" fmla="*/ 5968 w 10000"/>
              <a:gd name="connsiteY22" fmla="*/ 1853 h 5961"/>
              <a:gd name="connsiteX23" fmla="*/ 5755 w 10000"/>
              <a:gd name="connsiteY23" fmla="*/ 1867 h 5961"/>
              <a:gd name="connsiteX24" fmla="*/ 5542 w 10000"/>
              <a:gd name="connsiteY24" fmla="*/ 1882 h 5961"/>
              <a:gd name="connsiteX25" fmla="*/ 5332 w 10000"/>
              <a:gd name="connsiteY25" fmla="*/ 1890 h 5961"/>
              <a:gd name="connsiteX26" fmla="*/ 5124 w 10000"/>
              <a:gd name="connsiteY26" fmla="*/ 1882 h 5961"/>
              <a:gd name="connsiteX27" fmla="*/ 4918 w 10000"/>
              <a:gd name="connsiteY27" fmla="*/ 1882 h 5961"/>
              <a:gd name="connsiteX28" fmla="*/ 4714 w 10000"/>
              <a:gd name="connsiteY28" fmla="*/ 1867 h 5961"/>
              <a:gd name="connsiteX29" fmla="*/ 4514 w 10000"/>
              <a:gd name="connsiteY29" fmla="*/ 1845 h 5961"/>
              <a:gd name="connsiteX30" fmla="*/ 4316 w 10000"/>
              <a:gd name="connsiteY30" fmla="*/ 1823 h 5961"/>
              <a:gd name="connsiteX31" fmla="*/ 4122 w 10000"/>
              <a:gd name="connsiteY31" fmla="*/ 1800 h 5961"/>
              <a:gd name="connsiteX32" fmla="*/ 3929 w 10000"/>
              <a:gd name="connsiteY32" fmla="*/ 1763 h 5961"/>
              <a:gd name="connsiteX33" fmla="*/ 3739 w 10000"/>
              <a:gd name="connsiteY33" fmla="*/ 1724 h 5961"/>
              <a:gd name="connsiteX34" fmla="*/ 3553 w 10000"/>
              <a:gd name="connsiteY34" fmla="*/ 1689 h 5961"/>
              <a:gd name="connsiteX35" fmla="*/ 3190 w 10000"/>
              <a:gd name="connsiteY35" fmla="*/ 1590 h 5961"/>
              <a:gd name="connsiteX36" fmla="*/ 2842 w 10000"/>
              <a:gd name="connsiteY36" fmla="*/ 1484 h 5961"/>
              <a:gd name="connsiteX37" fmla="*/ 2508 w 10000"/>
              <a:gd name="connsiteY37" fmla="*/ 1374 h 5961"/>
              <a:gd name="connsiteX38" fmla="*/ 2192 w 10000"/>
              <a:gd name="connsiteY38" fmla="*/ 1253 h 5961"/>
              <a:gd name="connsiteX39" fmla="*/ 1890 w 10000"/>
              <a:gd name="connsiteY39" fmla="*/ 1125 h 5961"/>
              <a:gd name="connsiteX40" fmla="*/ 1610 w 10000"/>
              <a:gd name="connsiteY40" fmla="*/ 989 h 5961"/>
              <a:gd name="connsiteX41" fmla="*/ 1347 w 10000"/>
              <a:gd name="connsiteY41" fmla="*/ 854 h 5961"/>
              <a:gd name="connsiteX42" fmla="*/ 1105 w 10000"/>
              <a:gd name="connsiteY42" fmla="*/ 721 h 5961"/>
              <a:gd name="connsiteX43" fmla="*/ 883 w 10000"/>
              <a:gd name="connsiteY43" fmla="*/ 593 h 5961"/>
              <a:gd name="connsiteX44" fmla="*/ 686 w 10000"/>
              <a:gd name="connsiteY44" fmla="*/ 473 h 5961"/>
              <a:gd name="connsiteX45" fmla="*/ 508 w 10000"/>
              <a:gd name="connsiteY45" fmla="*/ 359 h 5961"/>
              <a:gd name="connsiteX46" fmla="*/ 358 w 10000"/>
              <a:gd name="connsiteY46" fmla="*/ 264 h 5961"/>
              <a:gd name="connsiteX47" fmla="*/ 232 w 10000"/>
              <a:gd name="connsiteY47" fmla="*/ 174 h 5961"/>
              <a:gd name="connsiteX48" fmla="*/ 59 w 10000"/>
              <a:gd name="connsiteY48" fmla="*/ 44 h 5961"/>
              <a:gd name="connsiteX49" fmla="*/ 0 w 10000"/>
              <a:gd name="connsiteY49" fmla="*/ 0 h 5961"/>
              <a:gd name="connsiteX50" fmla="*/ 0 w 10000"/>
              <a:gd name="connsiteY50" fmla="*/ 0 h 5961"/>
              <a:gd name="connsiteX0" fmla="*/ 0 w 10000"/>
              <a:gd name="connsiteY0" fmla="*/ 0 h 10000"/>
              <a:gd name="connsiteX1" fmla="*/ 16 w 10000"/>
              <a:gd name="connsiteY1" fmla="*/ 10000 h 10000"/>
              <a:gd name="connsiteX2" fmla="*/ 9953 w 10000"/>
              <a:gd name="connsiteY2" fmla="*/ 1370 h 10000"/>
              <a:gd name="connsiteX3" fmla="*/ 10000 w 10000"/>
              <a:gd name="connsiteY3" fmla="*/ 15 h 10000"/>
              <a:gd name="connsiteX4" fmla="*/ 10000 w 10000"/>
              <a:gd name="connsiteY4" fmla="*/ 15 h 10000"/>
              <a:gd name="connsiteX5" fmla="*/ 9773 w 10000"/>
              <a:gd name="connsiteY5" fmla="*/ 329 h 10000"/>
              <a:gd name="connsiteX6" fmla="*/ 9547 w 10000"/>
              <a:gd name="connsiteY6" fmla="*/ 627 h 10000"/>
              <a:gd name="connsiteX7" fmla="*/ 9320 w 10000"/>
              <a:gd name="connsiteY7" fmla="*/ 919 h 10000"/>
              <a:gd name="connsiteX8" fmla="*/ 9092 w 10000"/>
              <a:gd name="connsiteY8" fmla="*/ 1171 h 10000"/>
              <a:gd name="connsiteX9" fmla="*/ 8865 w 10000"/>
              <a:gd name="connsiteY9" fmla="*/ 1423 h 10000"/>
              <a:gd name="connsiteX10" fmla="*/ 8637 w 10000"/>
              <a:gd name="connsiteY10" fmla="*/ 1659 h 10000"/>
              <a:gd name="connsiteX11" fmla="*/ 8412 w 10000"/>
              <a:gd name="connsiteY11" fmla="*/ 1860 h 10000"/>
              <a:gd name="connsiteX12" fmla="*/ 8184 w 10000"/>
              <a:gd name="connsiteY12" fmla="*/ 2053 h 10000"/>
              <a:gd name="connsiteX13" fmla="*/ 7957 w 10000"/>
              <a:gd name="connsiteY13" fmla="*/ 2228 h 10000"/>
              <a:gd name="connsiteX14" fmla="*/ 7734 w 10000"/>
              <a:gd name="connsiteY14" fmla="*/ 2379 h 10000"/>
              <a:gd name="connsiteX15" fmla="*/ 7508 w 10000"/>
              <a:gd name="connsiteY15" fmla="*/ 2531 h 10000"/>
              <a:gd name="connsiteX16" fmla="*/ 7285 w 10000"/>
              <a:gd name="connsiteY16" fmla="*/ 2657 h 10000"/>
              <a:gd name="connsiteX17" fmla="*/ 7062 w 10000"/>
              <a:gd name="connsiteY17" fmla="*/ 2755 h 10000"/>
              <a:gd name="connsiteX18" fmla="*/ 6840 w 10000"/>
              <a:gd name="connsiteY18" fmla="*/ 2859 h 10000"/>
              <a:gd name="connsiteX19" fmla="*/ 6620 w 10000"/>
              <a:gd name="connsiteY19" fmla="*/ 2944 h 10000"/>
              <a:gd name="connsiteX20" fmla="*/ 6402 w 10000"/>
              <a:gd name="connsiteY20" fmla="*/ 3006 h 10000"/>
              <a:gd name="connsiteX21" fmla="*/ 6184 w 10000"/>
              <a:gd name="connsiteY21" fmla="*/ 3058 h 10000"/>
              <a:gd name="connsiteX22" fmla="*/ 5968 w 10000"/>
              <a:gd name="connsiteY22" fmla="*/ 3109 h 10000"/>
              <a:gd name="connsiteX23" fmla="*/ 5755 w 10000"/>
              <a:gd name="connsiteY23" fmla="*/ 3132 h 10000"/>
              <a:gd name="connsiteX24" fmla="*/ 5542 w 10000"/>
              <a:gd name="connsiteY24" fmla="*/ 3157 h 10000"/>
              <a:gd name="connsiteX25" fmla="*/ 5332 w 10000"/>
              <a:gd name="connsiteY25" fmla="*/ 3171 h 10000"/>
              <a:gd name="connsiteX26" fmla="*/ 5124 w 10000"/>
              <a:gd name="connsiteY26" fmla="*/ 3157 h 10000"/>
              <a:gd name="connsiteX27" fmla="*/ 4918 w 10000"/>
              <a:gd name="connsiteY27" fmla="*/ 3157 h 10000"/>
              <a:gd name="connsiteX28" fmla="*/ 4714 w 10000"/>
              <a:gd name="connsiteY28" fmla="*/ 3132 h 10000"/>
              <a:gd name="connsiteX29" fmla="*/ 4514 w 10000"/>
              <a:gd name="connsiteY29" fmla="*/ 3095 h 10000"/>
              <a:gd name="connsiteX30" fmla="*/ 4316 w 10000"/>
              <a:gd name="connsiteY30" fmla="*/ 3058 h 10000"/>
              <a:gd name="connsiteX31" fmla="*/ 4122 w 10000"/>
              <a:gd name="connsiteY31" fmla="*/ 3020 h 10000"/>
              <a:gd name="connsiteX32" fmla="*/ 3929 w 10000"/>
              <a:gd name="connsiteY32" fmla="*/ 2958 h 10000"/>
              <a:gd name="connsiteX33" fmla="*/ 3739 w 10000"/>
              <a:gd name="connsiteY33" fmla="*/ 2892 h 10000"/>
              <a:gd name="connsiteX34" fmla="*/ 3553 w 10000"/>
              <a:gd name="connsiteY34" fmla="*/ 2833 h 10000"/>
              <a:gd name="connsiteX35" fmla="*/ 3190 w 10000"/>
              <a:gd name="connsiteY35" fmla="*/ 2667 h 10000"/>
              <a:gd name="connsiteX36" fmla="*/ 2842 w 10000"/>
              <a:gd name="connsiteY36" fmla="*/ 2490 h 10000"/>
              <a:gd name="connsiteX37" fmla="*/ 2508 w 10000"/>
              <a:gd name="connsiteY37" fmla="*/ 2305 h 10000"/>
              <a:gd name="connsiteX38" fmla="*/ 2192 w 10000"/>
              <a:gd name="connsiteY38" fmla="*/ 2102 h 10000"/>
              <a:gd name="connsiteX39" fmla="*/ 1890 w 10000"/>
              <a:gd name="connsiteY39" fmla="*/ 1887 h 10000"/>
              <a:gd name="connsiteX40" fmla="*/ 1610 w 10000"/>
              <a:gd name="connsiteY40" fmla="*/ 1659 h 10000"/>
              <a:gd name="connsiteX41" fmla="*/ 1347 w 10000"/>
              <a:gd name="connsiteY41" fmla="*/ 1433 h 10000"/>
              <a:gd name="connsiteX42" fmla="*/ 1105 w 10000"/>
              <a:gd name="connsiteY42" fmla="*/ 1210 h 10000"/>
              <a:gd name="connsiteX43" fmla="*/ 883 w 10000"/>
              <a:gd name="connsiteY43" fmla="*/ 995 h 10000"/>
              <a:gd name="connsiteX44" fmla="*/ 686 w 10000"/>
              <a:gd name="connsiteY44" fmla="*/ 793 h 10000"/>
              <a:gd name="connsiteX45" fmla="*/ 508 w 10000"/>
              <a:gd name="connsiteY45" fmla="*/ 602 h 10000"/>
              <a:gd name="connsiteX46" fmla="*/ 358 w 10000"/>
              <a:gd name="connsiteY46" fmla="*/ 443 h 10000"/>
              <a:gd name="connsiteX47" fmla="*/ 232 w 10000"/>
              <a:gd name="connsiteY47" fmla="*/ 292 h 10000"/>
              <a:gd name="connsiteX48" fmla="*/ 59 w 10000"/>
              <a:gd name="connsiteY48" fmla="*/ 74 h 10000"/>
              <a:gd name="connsiteX49" fmla="*/ 0 w 10000"/>
              <a:gd name="connsiteY49" fmla="*/ 0 h 10000"/>
              <a:gd name="connsiteX50" fmla="*/ 0 w 10000"/>
              <a:gd name="connsiteY50" fmla="*/ 0 h 10000"/>
              <a:gd name="connsiteX0" fmla="*/ 0 w 10000"/>
              <a:gd name="connsiteY0" fmla="*/ 0 h 7955"/>
              <a:gd name="connsiteX1" fmla="*/ 32 w 10000"/>
              <a:gd name="connsiteY1" fmla="*/ 7955 h 7955"/>
              <a:gd name="connsiteX2" fmla="*/ 9953 w 10000"/>
              <a:gd name="connsiteY2" fmla="*/ 1370 h 7955"/>
              <a:gd name="connsiteX3" fmla="*/ 10000 w 10000"/>
              <a:gd name="connsiteY3" fmla="*/ 15 h 7955"/>
              <a:gd name="connsiteX4" fmla="*/ 10000 w 10000"/>
              <a:gd name="connsiteY4" fmla="*/ 15 h 7955"/>
              <a:gd name="connsiteX5" fmla="*/ 9773 w 10000"/>
              <a:gd name="connsiteY5" fmla="*/ 329 h 7955"/>
              <a:gd name="connsiteX6" fmla="*/ 9547 w 10000"/>
              <a:gd name="connsiteY6" fmla="*/ 627 h 7955"/>
              <a:gd name="connsiteX7" fmla="*/ 9320 w 10000"/>
              <a:gd name="connsiteY7" fmla="*/ 919 h 7955"/>
              <a:gd name="connsiteX8" fmla="*/ 9092 w 10000"/>
              <a:gd name="connsiteY8" fmla="*/ 1171 h 7955"/>
              <a:gd name="connsiteX9" fmla="*/ 8865 w 10000"/>
              <a:gd name="connsiteY9" fmla="*/ 1423 h 7955"/>
              <a:gd name="connsiteX10" fmla="*/ 8637 w 10000"/>
              <a:gd name="connsiteY10" fmla="*/ 1659 h 7955"/>
              <a:gd name="connsiteX11" fmla="*/ 8412 w 10000"/>
              <a:gd name="connsiteY11" fmla="*/ 1860 h 7955"/>
              <a:gd name="connsiteX12" fmla="*/ 8184 w 10000"/>
              <a:gd name="connsiteY12" fmla="*/ 2053 h 7955"/>
              <a:gd name="connsiteX13" fmla="*/ 7957 w 10000"/>
              <a:gd name="connsiteY13" fmla="*/ 2228 h 7955"/>
              <a:gd name="connsiteX14" fmla="*/ 7734 w 10000"/>
              <a:gd name="connsiteY14" fmla="*/ 2379 h 7955"/>
              <a:gd name="connsiteX15" fmla="*/ 7508 w 10000"/>
              <a:gd name="connsiteY15" fmla="*/ 2531 h 7955"/>
              <a:gd name="connsiteX16" fmla="*/ 7285 w 10000"/>
              <a:gd name="connsiteY16" fmla="*/ 2657 h 7955"/>
              <a:gd name="connsiteX17" fmla="*/ 7062 w 10000"/>
              <a:gd name="connsiteY17" fmla="*/ 2755 h 7955"/>
              <a:gd name="connsiteX18" fmla="*/ 6840 w 10000"/>
              <a:gd name="connsiteY18" fmla="*/ 2859 h 7955"/>
              <a:gd name="connsiteX19" fmla="*/ 6620 w 10000"/>
              <a:gd name="connsiteY19" fmla="*/ 2944 h 7955"/>
              <a:gd name="connsiteX20" fmla="*/ 6402 w 10000"/>
              <a:gd name="connsiteY20" fmla="*/ 3006 h 7955"/>
              <a:gd name="connsiteX21" fmla="*/ 6184 w 10000"/>
              <a:gd name="connsiteY21" fmla="*/ 3058 h 7955"/>
              <a:gd name="connsiteX22" fmla="*/ 5968 w 10000"/>
              <a:gd name="connsiteY22" fmla="*/ 3109 h 7955"/>
              <a:gd name="connsiteX23" fmla="*/ 5755 w 10000"/>
              <a:gd name="connsiteY23" fmla="*/ 3132 h 7955"/>
              <a:gd name="connsiteX24" fmla="*/ 5542 w 10000"/>
              <a:gd name="connsiteY24" fmla="*/ 3157 h 7955"/>
              <a:gd name="connsiteX25" fmla="*/ 5332 w 10000"/>
              <a:gd name="connsiteY25" fmla="*/ 3171 h 7955"/>
              <a:gd name="connsiteX26" fmla="*/ 5124 w 10000"/>
              <a:gd name="connsiteY26" fmla="*/ 3157 h 7955"/>
              <a:gd name="connsiteX27" fmla="*/ 4918 w 10000"/>
              <a:gd name="connsiteY27" fmla="*/ 3157 h 7955"/>
              <a:gd name="connsiteX28" fmla="*/ 4714 w 10000"/>
              <a:gd name="connsiteY28" fmla="*/ 3132 h 7955"/>
              <a:gd name="connsiteX29" fmla="*/ 4514 w 10000"/>
              <a:gd name="connsiteY29" fmla="*/ 3095 h 7955"/>
              <a:gd name="connsiteX30" fmla="*/ 4316 w 10000"/>
              <a:gd name="connsiteY30" fmla="*/ 3058 h 7955"/>
              <a:gd name="connsiteX31" fmla="*/ 4122 w 10000"/>
              <a:gd name="connsiteY31" fmla="*/ 3020 h 7955"/>
              <a:gd name="connsiteX32" fmla="*/ 3929 w 10000"/>
              <a:gd name="connsiteY32" fmla="*/ 2958 h 7955"/>
              <a:gd name="connsiteX33" fmla="*/ 3739 w 10000"/>
              <a:gd name="connsiteY33" fmla="*/ 2892 h 7955"/>
              <a:gd name="connsiteX34" fmla="*/ 3553 w 10000"/>
              <a:gd name="connsiteY34" fmla="*/ 2833 h 7955"/>
              <a:gd name="connsiteX35" fmla="*/ 3190 w 10000"/>
              <a:gd name="connsiteY35" fmla="*/ 2667 h 7955"/>
              <a:gd name="connsiteX36" fmla="*/ 2842 w 10000"/>
              <a:gd name="connsiteY36" fmla="*/ 2490 h 7955"/>
              <a:gd name="connsiteX37" fmla="*/ 2508 w 10000"/>
              <a:gd name="connsiteY37" fmla="*/ 2305 h 7955"/>
              <a:gd name="connsiteX38" fmla="*/ 2192 w 10000"/>
              <a:gd name="connsiteY38" fmla="*/ 2102 h 7955"/>
              <a:gd name="connsiteX39" fmla="*/ 1890 w 10000"/>
              <a:gd name="connsiteY39" fmla="*/ 1887 h 7955"/>
              <a:gd name="connsiteX40" fmla="*/ 1610 w 10000"/>
              <a:gd name="connsiteY40" fmla="*/ 1659 h 7955"/>
              <a:gd name="connsiteX41" fmla="*/ 1347 w 10000"/>
              <a:gd name="connsiteY41" fmla="*/ 1433 h 7955"/>
              <a:gd name="connsiteX42" fmla="*/ 1105 w 10000"/>
              <a:gd name="connsiteY42" fmla="*/ 1210 h 7955"/>
              <a:gd name="connsiteX43" fmla="*/ 883 w 10000"/>
              <a:gd name="connsiteY43" fmla="*/ 995 h 7955"/>
              <a:gd name="connsiteX44" fmla="*/ 686 w 10000"/>
              <a:gd name="connsiteY44" fmla="*/ 793 h 7955"/>
              <a:gd name="connsiteX45" fmla="*/ 508 w 10000"/>
              <a:gd name="connsiteY45" fmla="*/ 602 h 7955"/>
              <a:gd name="connsiteX46" fmla="*/ 358 w 10000"/>
              <a:gd name="connsiteY46" fmla="*/ 443 h 7955"/>
              <a:gd name="connsiteX47" fmla="*/ 232 w 10000"/>
              <a:gd name="connsiteY47" fmla="*/ 292 h 7955"/>
              <a:gd name="connsiteX48" fmla="*/ 59 w 10000"/>
              <a:gd name="connsiteY48" fmla="*/ 74 h 7955"/>
              <a:gd name="connsiteX49" fmla="*/ 0 w 10000"/>
              <a:gd name="connsiteY49" fmla="*/ 0 h 7955"/>
              <a:gd name="connsiteX50" fmla="*/ 0 w 10000"/>
              <a:gd name="connsiteY50" fmla="*/ 0 h 7955"/>
              <a:gd name="connsiteX0" fmla="*/ 0 w 10000"/>
              <a:gd name="connsiteY0" fmla="*/ 0 h 10000"/>
              <a:gd name="connsiteX1" fmla="*/ 32 w 10000"/>
              <a:gd name="connsiteY1" fmla="*/ 10000 h 10000"/>
              <a:gd name="connsiteX2" fmla="*/ 5409 w 10000"/>
              <a:gd name="connsiteY2" fmla="*/ 5405 h 10000"/>
              <a:gd name="connsiteX3" fmla="*/ 9953 w 10000"/>
              <a:gd name="connsiteY3" fmla="*/ 1722 h 10000"/>
              <a:gd name="connsiteX4" fmla="*/ 10000 w 10000"/>
              <a:gd name="connsiteY4" fmla="*/ 19 h 10000"/>
              <a:gd name="connsiteX5" fmla="*/ 10000 w 10000"/>
              <a:gd name="connsiteY5" fmla="*/ 19 h 10000"/>
              <a:gd name="connsiteX6" fmla="*/ 9773 w 10000"/>
              <a:gd name="connsiteY6" fmla="*/ 414 h 10000"/>
              <a:gd name="connsiteX7" fmla="*/ 9547 w 10000"/>
              <a:gd name="connsiteY7" fmla="*/ 788 h 10000"/>
              <a:gd name="connsiteX8" fmla="*/ 9320 w 10000"/>
              <a:gd name="connsiteY8" fmla="*/ 1155 h 10000"/>
              <a:gd name="connsiteX9" fmla="*/ 9092 w 10000"/>
              <a:gd name="connsiteY9" fmla="*/ 1472 h 10000"/>
              <a:gd name="connsiteX10" fmla="*/ 8865 w 10000"/>
              <a:gd name="connsiteY10" fmla="*/ 1789 h 10000"/>
              <a:gd name="connsiteX11" fmla="*/ 8637 w 10000"/>
              <a:gd name="connsiteY11" fmla="*/ 2085 h 10000"/>
              <a:gd name="connsiteX12" fmla="*/ 8412 w 10000"/>
              <a:gd name="connsiteY12" fmla="*/ 2338 h 10000"/>
              <a:gd name="connsiteX13" fmla="*/ 8184 w 10000"/>
              <a:gd name="connsiteY13" fmla="*/ 2581 h 10000"/>
              <a:gd name="connsiteX14" fmla="*/ 7957 w 10000"/>
              <a:gd name="connsiteY14" fmla="*/ 2801 h 10000"/>
              <a:gd name="connsiteX15" fmla="*/ 7734 w 10000"/>
              <a:gd name="connsiteY15" fmla="*/ 2991 h 10000"/>
              <a:gd name="connsiteX16" fmla="*/ 7508 w 10000"/>
              <a:gd name="connsiteY16" fmla="*/ 3182 h 10000"/>
              <a:gd name="connsiteX17" fmla="*/ 7285 w 10000"/>
              <a:gd name="connsiteY17" fmla="*/ 3340 h 10000"/>
              <a:gd name="connsiteX18" fmla="*/ 7062 w 10000"/>
              <a:gd name="connsiteY18" fmla="*/ 3463 h 10000"/>
              <a:gd name="connsiteX19" fmla="*/ 6840 w 10000"/>
              <a:gd name="connsiteY19" fmla="*/ 3594 h 10000"/>
              <a:gd name="connsiteX20" fmla="*/ 6620 w 10000"/>
              <a:gd name="connsiteY20" fmla="*/ 3701 h 10000"/>
              <a:gd name="connsiteX21" fmla="*/ 6402 w 10000"/>
              <a:gd name="connsiteY21" fmla="*/ 3779 h 10000"/>
              <a:gd name="connsiteX22" fmla="*/ 6184 w 10000"/>
              <a:gd name="connsiteY22" fmla="*/ 3844 h 10000"/>
              <a:gd name="connsiteX23" fmla="*/ 5968 w 10000"/>
              <a:gd name="connsiteY23" fmla="*/ 3908 h 10000"/>
              <a:gd name="connsiteX24" fmla="*/ 5755 w 10000"/>
              <a:gd name="connsiteY24" fmla="*/ 3937 h 10000"/>
              <a:gd name="connsiteX25" fmla="*/ 5542 w 10000"/>
              <a:gd name="connsiteY25" fmla="*/ 3969 h 10000"/>
              <a:gd name="connsiteX26" fmla="*/ 5332 w 10000"/>
              <a:gd name="connsiteY26" fmla="*/ 3986 h 10000"/>
              <a:gd name="connsiteX27" fmla="*/ 5124 w 10000"/>
              <a:gd name="connsiteY27" fmla="*/ 3969 h 10000"/>
              <a:gd name="connsiteX28" fmla="*/ 4918 w 10000"/>
              <a:gd name="connsiteY28" fmla="*/ 3969 h 10000"/>
              <a:gd name="connsiteX29" fmla="*/ 4714 w 10000"/>
              <a:gd name="connsiteY29" fmla="*/ 3937 h 10000"/>
              <a:gd name="connsiteX30" fmla="*/ 4514 w 10000"/>
              <a:gd name="connsiteY30" fmla="*/ 3891 h 10000"/>
              <a:gd name="connsiteX31" fmla="*/ 4316 w 10000"/>
              <a:gd name="connsiteY31" fmla="*/ 3844 h 10000"/>
              <a:gd name="connsiteX32" fmla="*/ 4122 w 10000"/>
              <a:gd name="connsiteY32" fmla="*/ 3796 h 10000"/>
              <a:gd name="connsiteX33" fmla="*/ 3929 w 10000"/>
              <a:gd name="connsiteY33" fmla="*/ 3718 h 10000"/>
              <a:gd name="connsiteX34" fmla="*/ 3739 w 10000"/>
              <a:gd name="connsiteY34" fmla="*/ 3635 h 10000"/>
              <a:gd name="connsiteX35" fmla="*/ 3553 w 10000"/>
              <a:gd name="connsiteY35" fmla="*/ 3561 h 10000"/>
              <a:gd name="connsiteX36" fmla="*/ 3190 w 10000"/>
              <a:gd name="connsiteY36" fmla="*/ 3353 h 10000"/>
              <a:gd name="connsiteX37" fmla="*/ 2842 w 10000"/>
              <a:gd name="connsiteY37" fmla="*/ 3130 h 10000"/>
              <a:gd name="connsiteX38" fmla="*/ 2508 w 10000"/>
              <a:gd name="connsiteY38" fmla="*/ 2898 h 10000"/>
              <a:gd name="connsiteX39" fmla="*/ 2192 w 10000"/>
              <a:gd name="connsiteY39" fmla="*/ 2642 h 10000"/>
              <a:gd name="connsiteX40" fmla="*/ 1890 w 10000"/>
              <a:gd name="connsiteY40" fmla="*/ 2372 h 10000"/>
              <a:gd name="connsiteX41" fmla="*/ 1610 w 10000"/>
              <a:gd name="connsiteY41" fmla="*/ 2085 h 10000"/>
              <a:gd name="connsiteX42" fmla="*/ 1347 w 10000"/>
              <a:gd name="connsiteY42" fmla="*/ 1801 h 10000"/>
              <a:gd name="connsiteX43" fmla="*/ 1105 w 10000"/>
              <a:gd name="connsiteY43" fmla="*/ 1521 h 10000"/>
              <a:gd name="connsiteX44" fmla="*/ 883 w 10000"/>
              <a:gd name="connsiteY44" fmla="*/ 1251 h 10000"/>
              <a:gd name="connsiteX45" fmla="*/ 686 w 10000"/>
              <a:gd name="connsiteY45" fmla="*/ 997 h 10000"/>
              <a:gd name="connsiteX46" fmla="*/ 508 w 10000"/>
              <a:gd name="connsiteY46" fmla="*/ 757 h 10000"/>
              <a:gd name="connsiteX47" fmla="*/ 358 w 10000"/>
              <a:gd name="connsiteY47" fmla="*/ 557 h 10000"/>
              <a:gd name="connsiteX48" fmla="*/ 232 w 10000"/>
              <a:gd name="connsiteY48" fmla="*/ 367 h 10000"/>
              <a:gd name="connsiteX49" fmla="*/ 59 w 10000"/>
              <a:gd name="connsiteY49" fmla="*/ 93 h 10000"/>
              <a:gd name="connsiteX50" fmla="*/ 0 w 10000"/>
              <a:gd name="connsiteY50" fmla="*/ 0 h 10000"/>
              <a:gd name="connsiteX51" fmla="*/ 0 w 10000"/>
              <a:gd name="connsiteY51" fmla="*/ 0 h 10000"/>
              <a:gd name="connsiteX0" fmla="*/ 0 w 10000"/>
              <a:gd name="connsiteY0" fmla="*/ 0 h 5405"/>
              <a:gd name="connsiteX1" fmla="*/ 16 w 10000"/>
              <a:gd name="connsiteY1" fmla="*/ 2608 h 5405"/>
              <a:gd name="connsiteX2" fmla="*/ 5409 w 10000"/>
              <a:gd name="connsiteY2" fmla="*/ 5405 h 5405"/>
              <a:gd name="connsiteX3" fmla="*/ 9953 w 10000"/>
              <a:gd name="connsiteY3" fmla="*/ 1722 h 5405"/>
              <a:gd name="connsiteX4" fmla="*/ 10000 w 10000"/>
              <a:gd name="connsiteY4" fmla="*/ 19 h 5405"/>
              <a:gd name="connsiteX5" fmla="*/ 10000 w 10000"/>
              <a:gd name="connsiteY5" fmla="*/ 19 h 5405"/>
              <a:gd name="connsiteX6" fmla="*/ 9773 w 10000"/>
              <a:gd name="connsiteY6" fmla="*/ 414 h 5405"/>
              <a:gd name="connsiteX7" fmla="*/ 9547 w 10000"/>
              <a:gd name="connsiteY7" fmla="*/ 788 h 5405"/>
              <a:gd name="connsiteX8" fmla="*/ 9320 w 10000"/>
              <a:gd name="connsiteY8" fmla="*/ 1155 h 5405"/>
              <a:gd name="connsiteX9" fmla="*/ 9092 w 10000"/>
              <a:gd name="connsiteY9" fmla="*/ 1472 h 5405"/>
              <a:gd name="connsiteX10" fmla="*/ 8865 w 10000"/>
              <a:gd name="connsiteY10" fmla="*/ 1789 h 5405"/>
              <a:gd name="connsiteX11" fmla="*/ 8637 w 10000"/>
              <a:gd name="connsiteY11" fmla="*/ 2085 h 5405"/>
              <a:gd name="connsiteX12" fmla="*/ 8412 w 10000"/>
              <a:gd name="connsiteY12" fmla="*/ 2338 h 5405"/>
              <a:gd name="connsiteX13" fmla="*/ 8184 w 10000"/>
              <a:gd name="connsiteY13" fmla="*/ 2581 h 5405"/>
              <a:gd name="connsiteX14" fmla="*/ 7957 w 10000"/>
              <a:gd name="connsiteY14" fmla="*/ 2801 h 5405"/>
              <a:gd name="connsiteX15" fmla="*/ 7734 w 10000"/>
              <a:gd name="connsiteY15" fmla="*/ 2991 h 5405"/>
              <a:gd name="connsiteX16" fmla="*/ 7508 w 10000"/>
              <a:gd name="connsiteY16" fmla="*/ 3182 h 5405"/>
              <a:gd name="connsiteX17" fmla="*/ 7285 w 10000"/>
              <a:gd name="connsiteY17" fmla="*/ 3340 h 5405"/>
              <a:gd name="connsiteX18" fmla="*/ 7062 w 10000"/>
              <a:gd name="connsiteY18" fmla="*/ 3463 h 5405"/>
              <a:gd name="connsiteX19" fmla="*/ 6840 w 10000"/>
              <a:gd name="connsiteY19" fmla="*/ 3594 h 5405"/>
              <a:gd name="connsiteX20" fmla="*/ 6620 w 10000"/>
              <a:gd name="connsiteY20" fmla="*/ 3701 h 5405"/>
              <a:gd name="connsiteX21" fmla="*/ 6402 w 10000"/>
              <a:gd name="connsiteY21" fmla="*/ 3779 h 5405"/>
              <a:gd name="connsiteX22" fmla="*/ 6184 w 10000"/>
              <a:gd name="connsiteY22" fmla="*/ 3844 h 5405"/>
              <a:gd name="connsiteX23" fmla="*/ 5968 w 10000"/>
              <a:gd name="connsiteY23" fmla="*/ 3908 h 5405"/>
              <a:gd name="connsiteX24" fmla="*/ 5755 w 10000"/>
              <a:gd name="connsiteY24" fmla="*/ 3937 h 5405"/>
              <a:gd name="connsiteX25" fmla="*/ 5542 w 10000"/>
              <a:gd name="connsiteY25" fmla="*/ 3969 h 5405"/>
              <a:gd name="connsiteX26" fmla="*/ 5332 w 10000"/>
              <a:gd name="connsiteY26" fmla="*/ 3986 h 5405"/>
              <a:gd name="connsiteX27" fmla="*/ 5124 w 10000"/>
              <a:gd name="connsiteY27" fmla="*/ 3969 h 5405"/>
              <a:gd name="connsiteX28" fmla="*/ 4918 w 10000"/>
              <a:gd name="connsiteY28" fmla="*/ 3969 h 5405"/>
              <a:gd name="connsiteX29" fmla="*/ 4714 w 10000"/>
              <a:gd name="connsiteY29" fmla="*/ 3937 h 5405"/>
              <a:gd name="connsiteX30" fmla="*/ 4514 w 10000"/>
              <a:gd name="connsiteY30" fmla="*/ 3891 h 5405"/>
              <a:gd name="connsiteX31" fmla="*/ 4316 w 10000"/>
              <a:gd name="connsiteY31" fmla="*/ 3844 h 5405"/>
              <a:gd name="connsiteX32" fmla="*/ 4122 w 10000"/>
              <a:gd name="connsiteY32" fmla="*/ 3796 h 5405"/>
              <a:gd name="connsiteX33" fmla="*/ 3929 w 10000"/>
              <a:gd name="connsiteY33" fmla="*/ 3718 h 5405"/>
              <a:gd name="connsiteX34" fmla="*/ 3739 w 10000"/>
              <a:gd name="connsiteY34" fmla="*/ 3635 h 5405"/>
              <a:gd name="connsiteX35" fmla="*/ 3553 w 10000"/>
              <a:gd name="connsiteY35" fmla="*/ 3561 h 5405"/>
              <a:gd name="connsiteX36" fmla="*/ 3190 w 10000"/>
              <a:gd name="connsiteY36" fmla="*/ 3353 h 5405"/>
              <a:gd name="connsiteX37" fmla="*/ 2842 w 10000"/>
              <a:gd name="connsiteY37" fmla="*/ 3130 h 5405"/>
              <a:gd name="connsiteX38" fmla="*/ 2508 w 10000"/>
              <a:gd name="connsiteY38" fmla="*/ 2898 h 5405"/>
              <a:gd name="connsiteX39" fmla="*/ 2192 w 10000"/>
              <a:gd name="connsiteY39" fmla="*/ 2642 h 5405"/>
              <a:gd name="connsiteX40" fmla="*/ 1890 w 10000"/>
              <a:gd name="connsiteY40" fmla="*/ 2372 h 5405"/>
              <a:gd name="connsiteX41" fmla="*/ 1610 w 10000"/>
              <a:gd name="connsiteY41" fmla="*/ 2085 h 5405"/>
              <a:gd name="connsiteX42" fmla="*/ 1347 w 10000"/>
              <a:gd name="connsiteY42" fmla="*/ 1801 h 5405"/>
              <a:gd name="connsiteX43" fmla="*/ 1105 w 10000"/>
              <a:gd name="connsiteY43" fmla="*/ 1521 h 5405"/>
              <a:gd name="connsiteX44" fmla="*/ 883 w 10000"/>
              <a:gd name="connsiteY44" fmla="*/ 1251 h 5405"/>
              <a:gd name="connsiteX45" fmla="*/ 686 w 10000"/>
              <a:gd name="connsiteY45" fmla="*/ 997 h 5405"/>
              <a:gd name="connsiteX46" fmla="*/ 508 w 10000"/>
              <a:gd name="connsiteY46" fmla="*/ 757 h 5405"/>
              <a:gd name="connsiteX47" fmla="*/ 358 w 10000"/>
              <a:gd name="connsiteY47" fmla="*/ 557 h 5405"/>
              <a:gd name="connsiteX48" fmla="*/ 232 w 10000"/>
              <a:gd name="connsiteY48" fmla="*/ 367 h 5405"/>
              <a:gd name="connsiteX49" fmla="*/ 59 w 10000"/>
              <a:gd name="connsiteY49" fmla="*/ 93 h 5405"/>
              <a:gd name="connsiteX50" fmla="*/ 0 w 10000"/>
              <a:gd name="connsiteY50" fmla="*/ 0 h 5405"/>
              <a:gd name="connsiteX51" fmla="*/ 0 w 10000"/>
              <a:gd name="connsiteY51" fmla="*/ 0 h 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000" h="5405">
                <a:moveTo>
                  <a:pt x="0" y="0"/>
                </a:moveTo>
                <a:cubicBezTo>
                  <a:pt x="5" y="4190"/>
                  <a:pt x="11" y="-1582"/>
                  <a:pt x="16" y="2608"/>
                </a:cubicBezTo>
                <a:lnTo>
                  <a:pt x="5409" y="5405"/>
                </a:lnTo>
                <a:lnTo>
                  <a:pt x="9953" y="1722"/>
                </a:lnTo>
                <a:cubicBezTo>
                  <a:pt x="9969" y="1154"/>
                  <a:pt x="9984" y="587"/>
                  <a:pt x="10000" y="19"/>
                </a:cubicBezTo>
                <a:lnTo>
                  <a:pt x="10000" y="19"/>
                </a:lnTo>
                <a:lnTo>
                  <a:pt x="9773" y="414"/>
                </a:lnTo>
                <a:cubicBezTo>
                  <a:pt x="9698" y="539"/>
                  <a:pt x="9622" y="663"/>
                  <a:pt x="9547" y="788"/>
                </a:cubicBezTo>
                <a:cubicBezTo>
                  <a:pt x="9471" y="910"/>
                  <a:pt x="9396" y="1033"/>
                  <a:pt x="9320" y="1155"/>
                </a:cubicBezTo>
                <a:lnTo>
                  <a:pt x="9092" y="1472"/>
                </a:lnTo>
                <a:lnTo>
                  <a:pt x="8865" y="1789"/>
                </a:lnTo>
                <a:lnTo>
                  <a:pt x="8637" y="2085"/>
                </a:lnTo>
                <a:lnTo>
                  <a:pt x="8412" y="2338"/>
                </a:lnTo>
                <a:lnTo>
                  <a:pt x="8184" y="2581"/>
                </a:lnTo>
                <a:lnTo>
                  <a:pt x="7957" y="2801"/>
                </a:lnTo>
                <a:lnTo>
                  <a:pt x="7734" y="2991"/>
                </a:lnTo>
                <a:lnTo>
                  <a:pt x="7508" y="3182"/>
                </a:lnTo>
                <a:lnTo>
                  <a:pt x="7285" y="3340"/>
                </a:lnTo>
                <a:lnTo>
                  <a:pt x="7062" y="3463"/>
                </a:lnTo>
                <a:lnTo>
                  <a:pt x="6840" y="3594"/>
                </a:lnTo>
                <a:lnTo>
                  <a:pt x="6620" y="3701"/>
                </a:lnTo>
                <a:lnTo>
                  <a:pt x="6402" y="3779"/>
                </a:lnTo>
                <a:lnTo>
                  <a:pt x="6184" y="3844"/>
                </a:lnTo>
                <a:lnTo>
                  <a:pt x="5968" y="3908"/>
                </a:lnTo>
                <a:lnTo>
                  <a:pt x="5755" y="3937"/>
                </a:lnTo>
                <a:lnTo>
                  <a:pt x="5542" y="3969"/>
                </a:lnTo>
                <a:lnTo>
                  <a:pt x="5332" y="3986"/>
                </a:lnTo>
                <a:lnTo>
                  <a:pt x="5124" y="3969"/>
                </a:lnTo>
                <a:lnTo>
                  <a:pt x="4918" y="3969"/>
                </a:lnTo>
                <a:lnTo>
                  <a:pt x="4714" y="3937"/>
                </a:lnTo>
                <a:lnTo>
                  <a:pt x="4514" y="3891"/>
                </a:lnTo>
                <a:lnTo>
                  <a:pt x="4316" y="3844"/>
                </a:lnTo>
                <a:lnTo>
                  <a:pt x="4122" y="3796"/>
                </a:lnTo>
                <a:lnTo>
                  <a:pt x="3929" y="3718"/>
                </a:lnTo>
                <a:lnTo>
                  <a:pt x="3739" y="3635"/>
                </a:lnTo>
                <a:lnTo>
                  <a:pt x="3553" y="3561"/>
                </a:lnTo>
                <a:lnTo>
                  <a:pt x="3190" y="3353"/>
                </a:lnTo>
                <a:lnTo>
                  <a:pt x="2842" y="3130"/>
                </a:lnTo>
                <a:lnTo>
                  <a:pt x="2508" y="2898"/>
                </a:lnTo>
                <a:lnTo>
                  <a:pt x="2192" y="2642"/>
                </a:lnTo>
                <a:lnTo>
                  <a:pt x="1890" y="2372"/>
                </a:lnTo>
                <a:lnTo>
                  <a:pt x="1610" y="2085"/>
                </a:lnTo>
                <a:lnTo>
                  <a:pt x="1347" y="1801"/>
                </a:lnTo>
                <a:lnTo>
                  <a:pt x="1105" y="1521"/>
                </a:lnTo>
                <a:lnTo>
                  <a:pt x="883" y="1251"/>
                </a:lnTo>
                <a:cubicBezTo>
                  <a:pt x="817" y="1167"/>
                  <a:pt x="752" y="1081"/>
                  <a:pt x="686" y="997"/>
                </a:cubicBezTo>
                <a:cubicBezTo>
                  <a:pt x="627" y="916"/>
                  <a:pt x="567" y="837"/>
                  <a:pt x="508" y="757"/>
                </a:cubicBezTo>
                <a:lnTo>
                  <a:pt x="358" y="557"/>
                </a:lnTo>
                <a:lnTo>
                  <a:pt x="232" y="367"/>
                </a:lnTo>
                <a:cubicBezTo>
                  <a:pt x="174" y="277"/>
                  <a:pt x="117" y="184"/>
                  <a:pt x="59" y="93"/>
                </a:cubicBezTo>
                <a:cubicBezTo>
                  <a:pt x="39" y="62"/>
                  <a:pt x="20" y="31"/>
                  <a:pt x="0" y="0"/>
                </a:cubicBez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2F7C1910-61FC-214E-B19D-2354E571E6B1}"/>
              </a:ext>
            </a:extLst>
          </p:cNvPr>
          <p:cNvSpPr/>
          <p:nvPr userDrawn="1"/>
        </p:nvSpPr>
        <p:spPr bwMode="gray">
          <a:xfrm rot="15922489">
            <a:off x="5152591"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Tree>
    <p:extLst>
      <p:ext uri="{BB962C8B-B14F-4D97-AF65-F5344CB8AC3E}">
        <p14:creationId xmlns:p14="http://schemas.microsoft.com/office/powerpoint/2010/main" val="2861761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1364476"/>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3839182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6E250-8C04-4D62-9CB2-2B7E46FFA5CD}"/>
              </a:ext>
            </a:extLst>
          </p:cNvPr>
          <p:cNvSpPr>
            <a:spLocks noGrp="1"/>
          </p:cNvSpPr>
          <p:nvPr>
            <p:ph type="dt" sz="half" idx="10"/>
          </p:nvPr>
        </p:nvSpPr>
        <p:spPr/>
        <p:txBody>
          <a:bodyPr/>
          <a:lstStyle/>
          <a:p>
            <a:fld id="{8B661F2D-E3A3-B34A-8C97-CD0456629075}" type="datetime1">
              <a:rPr lang="en-US" smtClean="0"/>
              <a:t>11/4/2025</a:t>
            </a:fld>
            <a:endParaRPr lang="en-CA"/>
          </a:p>
        </p:txBody>
      </p:sp>
      <p:sp>
        <p:nvSpPr>
          <p:cNvPr id="3" name="Footer Placeholder 2">
            <a:extLst>
              <a:ext uri="{FF2B5EF4-FFF2-40B4-BE49-F238E27FC236}">
                <a16:creationId xmlns:a16="http://schemas.microsoft.com/office/drawing/2014/main" id="{EA4FF2B3-A0E6-4327-8D38-D8F2690CC61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4C691ED-28E0-4D7F-B506-44A67BDF4400}"/>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1203875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AC233-40C0-3242-AF16-F0072A21BF17}"/>
              </a:ext>
            </a:extLst>
          </p:cNvPr>
          <p:cNvSpPr>
            <a:spLocks noGrp="1"/>
          </p:cNvSpPr>
          <p:nvPr>
            <p:ph type="title"/>
          </p:nvPr>
        </p:nvSpPr>
        <p:spPr>
          <a:xfrm>
            <a:off x="465667" y="106789"/>
            <a:ext cx="11300236" cy="714306"/>
          </a:xfrm>
        </p:spPr>
        <p:txBody>
          <a:bodyPr/>
          <a:lstStyle>
            <a:lvl1pPr>
              <a:defRPr>
                <a:solidFill>
                  <a:srgbClr val="0020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913200-A1A8-084B-93A1-73B8FAB78379}"/>
              </a:ext>
            </a:extLst>
          </p:cNvPr>
          <p:cNvSpPr>
            <a:spLocks noGrp="1"/>
          </p:cNvSpPr>
          <p:nvPr>
            <p:ph idx="1"/>
          </p:nvPr>
        </p:nvSpPr>
        <p:spPr>
          <a:xfrm>
            <a:off x="465667" y="1079292"/>
            <a:ext cx="11300236" cy="4751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8FCEE418-9FFE-C245-86D4-89ED8F8E7927}"/>
              </a:ext>
            </a:extLst>
          </p:cNvPr>
          <p:cNvSpPr>
            <a:spLocks noGrp="1"/>
          </p:cNvSpPr>
          <p:nvPr>
            <p:ph type="ftr" sz="quarter" idx="3"/>
          </p:nvPr>
        </p:nvSpPr>
        <p:spPr>
          <a:xfrm>
            <a:off x="465667" y="6357327"/>
            <a:ext cx="4114800" cy="184666"/>
          </a:xfrm>
          <a:prstGeom prst="rect">
            <a:avLst/>
          </a:prstGeom>
        </p:spPr>
        <p:txBody>
          <a:bodyPr vert="horz" lIns="0" tIns="0" rIns="0" bIns="0" rtlCol="0" anchor="t" anchorCtr="0">
            <a:spAutoFit/>
          </a:bodyPr>
          <a:lstStyle>
            <a:lvl1pPr algn="l">
              <a:defRPr sz="1200" b="0">
                <a:solidFill>
                  <a:schemeClr val="accent2"/>
                </a:solidFill>
                <a:latin typeface="+mn-lt"/>
              </a:defRPr>
            </a:lvl1pPr>
          </a:lstStyle>
          <a:p>
            <a:endParaRPr lang="en-US"/>
          </a:p>
        </p:txBody>
      </p:sp>
      <p:sp>
        <p:nvSpPr>
          <p:cNvPr id="5" name="Slide Number Placeholder 5">
            <a:extLst>
              <a:ext uri="{FF2B5EF4-FFF2-40B4-BE49-F238E27FC236}">
                <a16:creationId xmlns:a16="http://schemas.microsoft.com/office/drawing/2014/main" id="{BB58FFA3-C8F7-BB49-9D2C-D08852CF15DD}"/>
              </a:ext>
            </a:extLst>
          </p:cNvPr>
          <p:cNvSpPr>
            <a:spLocks noGrp="1"/>
          </p:cNvSpPr>
          <p:nvPr>
            <p:ph type="sldNum" sz="quarter" idx="4"/>
          </p:nvPr>
        </p:nvSpPr>
        <p:spPr>
          <a:xfrm>
            <a:off x="10562252" y="6357327"/>
            <a:ext cx="251927" cy="184666"/>
          </a:xfrm>
          <a:prstGeom prst="rect">
            <a:avLst/>
          </a:prstGeom>
        </p:spPr>
        <p:txBody>
          <a:bodyPr vert="horz" wrap="square" lIns="0" tIns="0" rIns="0" bIns="0" rtlCol="0" anchor="t" anchorCtr="0">
            <a:spAutoFit/>
          </a:bodyPr>
          <a:lstStyle>
            <a:lvl1pPr algn="r">
              <a:defRPr lang="en-US" sz="1200" b="0" smtClean="0">
                <a:solidFill>
                  <a:schemeClr val="accent2"/>
                </a:solidFill>
              </a:defRPr>
            </a:lvl1pPr>
          </a:lstStyle>
          <a:p>
            <a:fld id="{274CC3B9-6596-1243-9665-72A444B9047F}" type="slidenum">
              <a:rPr lang="en-CA" smtClean="0"/>
              <a:pPr/>
              <a:t>‹#›</a:t>
            </a:fld>
            <a:endParaRPr lang="en-CA"/>
          </a:p>
        </p:txBody>
      </p:sp>
    </p:spTree>
    <p:extLst>
      <p:ext uri="{BB962C8B-B14F-4D97-AF65-F5344CB8AC3E}">
        <p14:creationId xmlns:p14="http://schemas.microsoft.com/office/powerpoint/2010/main" val="3373276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6D3AFC27-AD7F-1A46-A6F9-2C9507026F9D}" type="datetime1">
              <a:rPr lang="en-US" smtClean="0"/>
              <a:t>11/4/2025</a:t>
            </a:fld>
            <a:endParaRPr lang="en-US"/>
          </a:p>
        </p:txBody>
      </p:sp>
      <p:pic>
        <p:nvPicPr>
          <p:cNvPr id="32" name="Picture 31">
            <a:extLst>
              <a:ext uri="{FF2B5EF4-FFF2-40B4-BE49-F238E27FC236}">
                <a16:creationId xmlns:a16="http://schemas.microsoft.com/office/drawing/2014/main" id="{AB64086E-D480-C64D-8011-1ACDE93C9D6D}"/>
              </a:ext>
            </a:extLst>
          </p:cNvPr>
          <p:cNvPicPr>
            <a:picLocks noChangeAspect="1"/>
          </p:cNvPicPr>
          <p:nvPr userDrawn="1"/>
        </p:nvPicPr>
        <p:blipFill>
          <a:blip r:embed="rId2">
            <a:alphaModFix amt="89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57F1E4F-1CFF-5643-939E-217C01CDF565}" type="slidenum">
              <a:rPr lang="en-US"/>
              <a:pPr/>
              <a:t>‹#›</a:t>
            </a:fld>
            <a:endParaRPr lang="en-US"/>
          </a:p>
        </p:txBody>
      </p:sp>
      <p:sp>
        <p:nvSpPr>
          <p:cNvPr id="29" name="Flowchart: Process 28"/>
          <p:cNvSpPr/>
          <p:nvPr userDrawn="1"/>
        </p:nvSpPr>
        <p:spPr>
          <a:xfrm>
            <a:off x="476250" y="462024"/>
            <a:ext cx="6381912" cy="593395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16 h 10016"/>
              <a:gd name="connsiteX1" fmla="*/ 9415 w 10000"/>
              <a:gd name="connsiteY1" fmla="*/ 0 h 10016"/>
              <a:gd name="connsiteX2" fmla="*/ 10000 w 10000"/>
              <a:gd name="connsiteY2" fmla="*/ 10016 h 10016"/>
              <a:gd name="connsiteX3" fmla="*/ 0 w 10000"/>
              <a:gd name="connsiteY3" fmla="*/ 10016 h 10016"/>
              <a:gd name="connsiteX4" fmla="*/ 0 w 10000"/>
              <a:gd name="connsiteY4" fmla="*/ 16 h 10016"/>
              <a:gd name="connsiteX0" fmla="*/ 0 w 10000"/>
              <a:gd name="connsiteY0" fmla="*/ 16 h 10016"/>
              <a:gd name="connsiteX1" fmla="*/ 9415 w 10000"/>
              <a:gd name="connsiteY1" fmla="*/ 0 h 10016"/>
              <a:gd name="connsiteX2" fmla="*/ 9740 w 10000"/>
              <a:gd name="connsiteY2" fmla="*/ 5596 h 10016"/>
              <a:gd name="connsiteX3" fmla="*/ 10000 w 10000"/>
              <a:gd name="connsiteY3" fmla="*/ 10016 h 10016"/>
              <a:gd name="connsiteX4" fmla="*/ 0 w 10000"/>
              <a:gd name="connsiteY4" fmla="*/ 10016 h 10016"/>
              <a:gd name="connsiteX5" fmla="*/ 0 w 10000"/>
              <a:gd name="connsiteY5" fmla="*/ 16 h 10016"/>
              <a:gd name="connsiteX0" fmla="*/ 0 w 9750"/>
              <a:gd name="connsiteY0" fmla="*/ 16 h 10032"/>
              <a:gd name="connsiteX1" fmla="*/ 9415 w 9750"/>
              <a:gd name="connsiteY1" fmla="*/ 0 h 10032"/>
              <a:gd name="connsiteX2" fmla="*/ 9740 w 9750"/>
              <a:gd name="connsiteY2" fmla="*/ 5596 h 10032"/>
              <a:gd name="connsiteX3" fmla="*/ 9423 w 9750"/>
              <a:gd name="connsiteY3" fmla="*/ 10032 h 10032"/>
              <a:gd name="connsiteX4" fmla="*/ 0 w 9750"/>
              <a:gd name="connsiteY4" fmla="*/ 10016 h 10032"/>
              <a:gd name="connsiteX5" fmla="*/ 0 w 9750"/>
              <a:gd name="connsiteY5" fmla="*/ 16 h 10032"/>
              <a:gd name="connsiteX0" fmla="*/ 0 w 10010"/>
              <a:gd name="connsiteY0" fmla="*/ 16 h 10000"/>
              <a:gd name="connsiteX1" fmla="*/ 9656 w 10010"/>
              <a:gd name="connsiteY1" fmla="*/ 0 h 10000"/>
              <a:gd name="connsiteX2" fmla="*/ 9990 w 10010"/>
              <a:gd name="connsiteY2" fmla="*/ 5578 h 10000"/>
              <a:gd name="connsiteX3" fmla="*/ 9665 w 10010"/>
              <a:gd name="connsiteY3" fmla="*/ 10000 h 10000"/>
              <a:gd name="connsiteX4" fmla="*/ 0 w 10010"/>
              <a:gd name="connsiteY4" fmla="*/ 9984 h 10000"/>
              <a:gd name="connsiteX5" fmla="*/ 0 w 10010"/>
              <a:gd name="connsiteY5" fmla="*/ 16 h 10000"/>
              <a:gd name="connsiteX0" fmla="*/ 0 w 10004"/>
              <a:gd name="connsiteY0" fmla="*/ 16 h 10000"/>
              <a:gd name="connsiteX1" fmla="*/ 9656 w 10004"/>
              <a:gd name="connsiteY1" fmla="*/ 0 h 10000"/>
              <a:gd name="connsiteX2" fmla="*/ 9990 w 10004"/>
              <a:gd name="connsiteY2" fmla="*/ 5578 h 10000"/>
              <a:gd name="connsiteX3" fmla="*/ 9665 w 10004"/>
              <a:gd name="connsiteY3" fmla="*/ 10000 h 10000"/>
              <a:gd name="connsiteX4" fmla="*/ 0 w 10004"/>
              <a:gd name="connsiteY4" fmla="*/ 9984 h 10000"/>
              <a:gd name="connsiteX5" fmla="*/ 0 w 10004"/>
              <a:gd name="connsiteY5" fmla="*/ 16 h 10000"/>
              <a:gd name="connsiteX0" fmla="*/ 0 w 9838"/>
              <a:gd name="connsiteY0" fmla="*/ 16 h 10000"/>
              <a:gd name="connsiteX1" fmla="*/ 9656 w 9838"/>
              <a:gd name="connsiteY1" fmla="*/ 0 h 10000"/>
              <a:gd name="connsiteX2" fmla="*/ 9815 w 9838"/>
              <a:gd name="connsiteY2" fmla="*/ 5498 h 10000"/>
              <a:gd name="connsiteX3" fmla="*/ 9665 w 9838"/>
              <a:gd name="connsiteY3" fmla="*/ 10000 h 10000"/>
              <a:gd name="connsiteX4" fmla="*/ 0 w 9838"/>
              <a:gd name="connsiteY4" fmla="*/ 9984 h 10000"/>
              <a:gd name="connsiteX5" fmla="*/ 0 w 9838"/>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9992"/>
              <a:gd name="connsiteY0" fmla="*/ 16 h 10000"/>
              <a:gd name="connsiteX1" fmla="*/ 9636 w 9992"/>
              <a:gd name="connsiteY1" fmla="*/ 0 h 10000"/>
              <a:gd name="connsiteX2" fmla="*/ 9977 w 9992"/>
              <a:gd name="connsiteY2" fmla="*/ 5498 h 10000"/>
              <a:gd name="connsiteX3" fmla="*/ 9824 w 9992"/>
              <a:gd name="connsiteY3" fmla="*/ 10000 h 10000"/>
              <a:gd name="connsiteX4" fmla="*/ 0 w 9992"/>
              <a:gd name="connsiteY4" fmla="*/ 9984 h 10000"/>
              <a:gd name="connsiteX5" fmla="*/ 0 w 9992"/>
              <a:gd name="connsiteY5" fmla="*/ 1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 h="10000">
                <a:moveTo>
                  <a:pt x="0" y="16"/>
                </a:moveTo>
                <a:lnTo>
                  <a:pt x="9636" y="0"/>
                </a:lnTo>
                <a:cubicBezTo>
                  <a:pt x="9749" y="1859"/>
                  <a:pt x="10067" y="3527"/>
                  <a:pt x="9977" y="5498"/>
                </a:cubicBezTo>
                <a:cubicBezTo>
                  <a:pt x="9982" y="6950"/>
                  <a:pt x="9877" y="8532"/>
                  <a:pt x="9824" y="10000"/>
                </a:cubicBezTo>
                <a:lnTo>
                  <a:pt x="0" y="9984"/>
                </a:lnTo>
                <a:lnTo>
                  <a:pt x="0" y="16"/>
                </a:lnTo>
                <a:close/>
              </a:path>
            </a:pathLst>
          </a:custGeom>
          <a:solidFill>
            <a:srgbClr val="F4792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Freeform 5"/>
          <p:cNvSpPr/>
          <p:nvPr userDrawn="1"/>
        </p:nvSpPr>
        <p:spPr bwMode="gray">
          <a:xfrm rot="16200000">
            <a:off x="3747181" y="3268820"/>
            <a:ext cx="6053670" cy="320359"/>
          </a:xfrm>
          <a:custGeom>
            <a:avLst/>
            <a:gdLst>
              <a:gd name="connsiteX0" fmla="*/ 0 w 10000"/>
              <a:gd name="connsiteY0" fmla="*/ 0 h 9963"/>
              <a:gd name="connsiteX1" fmla="*/ 0 w 10000"/>
              <a:gd name="connsiteY1" fmla="*/ 9963 h 9963"/>
              <a:gd name="connsiteX2" fmla="*/ 10000 w 10000"/>
              <a:gd name="connsiteY2" fmla="*/ 5824 h 9963"/>
              <a:gd name="connsiteX3" fmla="*/ 10000 w 10000"/>
              <a:gd name="connsiteY3" fmla="*/ 9 h 9963"/>
              <a:gd name="connsiteX4" fmla="*/ 10000 w 10000"/>
              <a:gd name="connsiteY4" fmla="*/ 9 h 9963"/>
              <a:gd name="connsiteX5" fmla="*/ 9773 w 10000"/>
              <a:gd name="connsiteY5" fmla="*/ 195 h 9963"/>
              <a:gd name="connsiteX6" fmla="*/ 9547 w 10000"/>
              <a:gd name="connsiteY6" fmla="*/ 373 h 9963"/>
              <a:gd name="connsiteX7" fmla="*/ 9320 w 10000"/>
              <a:gd name="connsiteY7" fmla="*/ 546 h 9963"/>
              <a:gd name="connsiteX8" fmla="*/ 9092 w 10000"/>
              <a:gd name="connsiteY8" fmla="*/ 695 h 9963"/>
              <a:gd name="connsiteX9" fmla="*/ 8865 w 10000"/>
              <a:gd name="connsiteY9" fmla="*/ 845 h 9963"/>
              <a:gd name="connsiteX10" fmla="*/ 8637 w 10000"/>
              <a:gd name="connsiteY10" fmla="*/ 985 h 9963"/>
              <a:gd name="connsiteX11" fmla="*/ 8412 w 10000"/>
              <a:gd name="connsiteY11" fmla="*/ 1105 h 9963"/>
              <a:gd name="connsiteX12" fmla="*/ 8184 w 10000"/>
              <a:gd name="connsiteY12" fmla="*/ 1219 h 9963"/>
              <a:gd name="connsiteX13" fmla="*/ 7957 w 10000"/>
              <a:gd name="connsiteY13" fmla="*/ 1323 h 9963"/>
              <a:gd name="connsiteX14" fmla="*/ 7734 w 10000"/>
              <a:gd name="connsiteY14" fmla="*/ 1413 h 9963"/>
              <a:gd name="connsiteX15" fmla="*/ 7508 w 10000"/>
              <a:gd name="connsiteY15" fmla="*/ 1503 h 9963"/>
              <a:gd name="connsiteX16" fmla="*/ 7285 w 10000"/>
              <a:gd name="connsiteY16" fmla="*/ 1578 h 9963"/>
              <a:gd name="connsiteX17" fmla="*/ 7062 w 10000"/>
              <a:gd name="connsiteY17" fmla="*/ 1636 h 9963"/>
              <a:gd name="connsiteX18" fmla="*/ 6840 w 10000"/>
              <a:gd name="connsiteY18" fmla="*/ 1698 h 9963"/>
              <a:gd name="connsiteX19" fmla="*/ 6620 w 10000"/>
              <a:gd name="connsiteY19" fmla="*/ 1749 h 9963"/>
              <a:gd name="connsiteX20" fmla="*/ 6402 w 10000"/>
              <a:gd name="connsiteY20" fmla="*/ 1785 h 9963"/>
              <a:gd name="connsiteX21" fmla="*/ 6184 w 10000"/>
              <a:gd name="connsiteY21" fmla="*/ 1816 h 9963"/>
              <a:gd name="connsiteX22" fmla="*/ 5968 w 10000"/>
              <a:gd name="connsiteY22" fmla="*/ 1846 h 9963"/>
              <a:gd name="connsiteX23" fmla="*/ 5755 w 10000"/>
              <a:gd name="connsiteY23" fmla="*/ 1860 h 9963"/>
              <a:gd name="connsiteX24" fmla="*/ 5542 w 10000"/>
              <a:gd name="connsiteY24" fmla="*/ 1875 h 9963"/>
              <a:gd name="connsiteX25" fmla="*/ 5332 w 10000"/>
              <a:gd name="connsiteY25" fmla="*/ 1883 h 9963"/>
              <a:gd name="connsiteX26" fmla="*/ 5124 w 10000"/>
              <a:gd name="connsiteY26" fmla="*/ 1875 h 9963"/>
              <a:gd name="connsiteX27" fmla="*/ 4918 w 10000"/>
              <a:gd name="connsiteY27" fmla="*/ 1875 h 9963"/>
              <a:gd name="connsiteX28" fmla="*/ 4714 w 10000"/>
              <a:gd name="connsiteY28" fmla="*/ 1860 h 9963"/>
              <a:gd name="connsiteX29" fmla="*/ 4514 w 10000"/>
              <a:gd name="connsiteY29" fmla="*/ 1838 h 9963"/>
              <a:gd name="connsiteX30" fmla="*/ 4316 w 10000"/>
              <a:gd name="connsiteY30" fmla="*/ 1816 h 9963"/>
              <a:gd name="connsiteX31" fmla="*/ 4122 w 10000"/>
              <a:gd name="connsiteY31" fmla="*/ 1793 h 9963"/>
              <a:gd name="connsiteX32" fmla="*/ 3929 w 10000"/>
              <a:gd name="connsiteY32" fmla="*/ 1756 h 9963"/>
              <a:gd name="connsiteX33" fmla="*/ 3739 w 10000"/>
              <a:gd name="connsiteY33" fmla="*/ 1718 h 9963"/>
              <a:gd name="connsiteX34" fmla="*/ 3553 w 10000"/>
              <a:gd name="connsiteY34" fmla="*/ 1683 h 9963"/>
              <a:gd name="connsiteX35" fmla="*/ 3190 w 10000"/>
              <a:gd name="connsiteY35" fmla="*/ 1584 h 9963"/>
              <a:gd name="connsiteX36" fmla="*/ 2842 w 10000"/>
              <a:gd name="connsiteY36" fmla="*/ 1479 h 9963"/>
              <a:gd name="connsiteX37" fmla="*/ 2508 w 10000"/>
              <a:gd name="connsiteY37" fmla="*/ 1369 h 9963"/>
              <a:gd name="connsiteX38" fmla="*/ 2192 w 10000"/>
              <a:gd name="connsiteY38" fmla="*/ 1248 h 9963"/>
              <a:gd name="connsiteX39" fmla="*/ 1890 w 10000"/>
              <a:gd name="connsiteY39" fmla="*/ 1121 h 9963"/>
              <a:gd name="connsiteX40" fmla="*/ 1610 w 10000"/>
              <a:gd name="connsiteY40" fmla="*/ 985 h 9963"/>
              <a:gd name="connsiteX41" fmla="*/ 1347 w 10000"/>
              <a:gd name="connsiteY41" fmla="*/ 851 h 9963"/>
              <a:gd name="connsiteX42" fmla="*/ 1105 w 10000"/>
              <a:gd name="connsiteY42" fmla="*/ 718 h 9963"/>
              <a:gd name="connsiteX43" fmla="*/ 883 w 10000"/>
              <a:gd name="connsiteY43" fmla="*/ 591 h 9963"/>
              <a:gd name="connsiteX44" fmla="*/ 686 w 10000"/>
              <a:gd name="connsiteY44" fmla="*/ 471 h 9963"/>
              <a:gd name="connsiteX45" fmla="*/ 508 w 10000"/>
              <a:gd name="connsiteY45" fmla="*/ 358 h 9963"/>
              <a:gd name="connsiteX46" fmla="*/ 358 w 10000"/>
              <a:gd name="connsiteY46" fmla="*/ 263 h 9963"/>
              <a:gd name="connsiteX47" fmla="*/ 232 w 10000"/>
              <a:gd name="connsiteY47" fmla="*/ 173 h 9963"/>
              <a:gd name="connsiteX48" fmla="*/ 59 w 10000"/>
              <a:gd name="connsiteY48" fmla="*/ 44 h 9963"/>
              <a:gd name="connsiteX49" fmla="*/ 0 w 10000"/>
              <a:gd name="connsiteY49" fmla="*/ 0 h 9963"/>
              <a:gd name="connsiteX50" fmla="*/ 0 w 10000"/>
              <a:gd name="connsiteY50" fmla="*/ 0 h 9963"/>
              <a:gd name="connsiteX0" fmla="*/ 0 w 10000"/>
              <a:gd name="connsiteY0" fmla="*/ 0 h 5961"/>
              <a:gd name="connsiteX1" fmla="*/ 16 w 10000"/>
              <a:gd name="connsiteY1" fmla="*/ 5961 h 5961"/>
              <a:gd name="connsiteX2" fmla="*/ 10000 w 10000"/>
              <a:gd name="connsiteY2" fmla="*/ 5846 h 5961"/>
              <a:gd name="connsiteX3" fmla="*/ 10000 w 10000"/>
              <a:gd name="connsiteY3" fmla="*/ 9 h 5961"/>
              <a:gd name="connsiteX4" fmla="*/ 10000 w 10000"/>
              <a:gd name="connsiteY4" fmla="*/ 9 h 5961"/>
              <a:gd name="connsiteX5" fmla="*/ 9773 w 10000"/>
              <a:gd name="connsiteY5" fmla="*/ 196 h 5961"/>
              <a:gd name="connsiteX6" fmla="*/ 9547 w 10000"/>
              <a:gd name="connsiteY6" fmla="*/ 374 h 5961"/>
              <a:gd name="connsiteX7" fmla="*/ 9320 w 10000"/>
              <a:gd name="connsiteY7" fmla="*/ 548 h 5961"/>
              <a:gd name="connsiteX8" fmla="*/ 9092 w 10000"/>
              <a:gd name="connsiteY8" fmla="*/ 698 h 5961"/>
              <a:gd name="connsiteX9" fmla="*/ 8865 w 10000"/>
              <a:gd name="connsiteY9" fmla="*/ 848 h 5961"/>
              <a:gd name="connsiteX10" fmla="*/ 8637 w 10000"/>
              <a:gd name="connsiteY10" fmla="*/ 989 h 5961"/>
              <a:gd name="connsiteX11" fmla="*/ 8412 w 10000"/>
              <a:gd name="connsiteY11" fmla="*/ 1109 h 5961"/>
              <a:gd name="connsiteX12" fmla="*/ 8184 w 10000"/>
              <a:gd name="connsiteY12" fmla="*/ 1224 h 5961"/>
              <a:gd name="connsiteX13" fmla="*/ 7957 w 10000"/>
              <a:gd name="connsiteY13" fmla="*/ 1328 h 5961"/>
              <a:gd name="connsiteX14" fmla="*/ 7734 w 10000"/>
              <a:gd name="connsiteY14" fmla="*/ 1418 h 5961"/>
              <a:gd name="connsiteX15" fmla="*/ 7508 w 10000"/>
              <a:gd name="connsiteY15" fmla="*/ 1509 h 5961"/>
              <a:gd name="connsiteX16" fmla="*/ 7285 w 10000"/>
              <a:gd name="connsiteY16" fmla="*/ 1584 h 5961"/>
              <a:gd name="connsiteX17" fmla="*/ 7062 w 10000"/>
              <a:gd name="connsiteY17" fmla="*/ 1642 h 5961"/>
              <a:gd name="connsiteX18" fmla="*/ 6840 w 10000"/>
              <a:gd name="connsiteY18" fmla="*/ 1704 h 5961"/>
              <a:gd name="connsiteX19" fmla="*/ 6620 w 10000"/>
              <a:gd name="connsiteY19" fmla="*/ 1755 h 5961"/>
              <a:gd name="connsiteX20" fmla="*/ 6402 w 10000"/>
              <a:gd name="connsiteY20" fmla="*/ 1792 h 5961"/>
              <a:gd name="connsiteX21" fmla="*/ 6184 w 10000"/>
              <a:gd name="connsiteY21" fmla="*/ 1823 h 5961"/>
              <a:gd name="connsiteX22" fmla="*/ 5968 w 10000"/>
              <a:gd name="connsiteY22" fmla="*/ 1853 h 5961"/>
              <a:gd name="connsiteX23" fmla="*/ 5755 w 10000"/>
              <a:gd name="connsiteY23" fmla="*/ 1867 h 5961"/>
              <a:gd name="connsiteX24" fmla="*/ 5542 w 10000"/>
              <a:gd name="connsiteY24" fmla="*/ 1882 h 5961"/>
              <a:gd name="connsiteX25" fmla="*/ 5332 w 10000"/>
              <a:gd name="connsiteY25" fmla="*/ 1890 h 5961"/>
              <a:gd name="connsiteX26" fmla="*/ 5124 w 10000"/>
              <a:gd name="connsiteY26" fmla="*/ 1882 h 5961"/>
              <a:gd name="connsiteX27" fmla="*/ 4918 w 10000"/>
              <a:gd name="connsiteY27" fmla="*/ 1882 h 5961"/>
              <a:gd name="connsiteX28" fmla="*/ 4714 w 10000"/>
              <a:gd name="connsiteY28" fmla="*/ 1867 h 5961"/>
              <a:gd name="connsiteX29" fmla="*/ 4514 w 10000"/>
              <a:gd name="connsiteY29" fmla="*/ 1845 h 5961"/>
              <a:gd name="connsiteX30" fmla="*/ 4316 w 10000"/>
              <a:gd name="connsiteY30" fmla="*/ 1823 h 5961"/>
              <a:gd name="connsiteX31" fmla="*/ 4122 w 10000"/>
              <a:gd name="connsiteY31" fmla="*/ 1800 h 5961"/>
              <a:gd name="connsiteX32" fmla="*/ 3929 w 10000"/>
              <a:gd name="connsiteY32" fmla="*/ 1763 h 5961"/>
              <a:gd name="connsiteX33" fmla="*/ 3739 w 10000"/>
              <a:gd name="connsiteY33" fmla="*/ 1724 h 5961"/>
              <a:gd name="connsiteX34" fmla="*/ 3553 w 10000"/>
              <a:gd name="connsiteY34" fmla="*/ 1689 h 5961"/>
              <a:gd name="connsiteX35" fmla="*/ 3190 w 10000"/>
              <a:gd name="connsiteY35" fmla="*/ 1590 h 5961"/>
              <a:gd name="connsiteX36" fmla="*/ 2842 w 10000"/>
              <a:gd name="connsiteY36" fmla="*/ 1484 h 5961"/>
              <a:gd name="connsiteX37" fmla="*/ 2508 w 10000"/>
              <a:gd name="connsiteY37" fmla="*/ 1374 h 5961"/>
              <a:gd name="connsiteX38" fmla="*/ 2192 w 10000"/>
              <a:gd name="connsiteY38" fmla="*/ 1253 h 5961"/>
              <a:gd name="connsiteX39" fmla="*/ 1890 w 10000"/>
              <a:gd name="connsiteY39" fmla="*/ 1125 h 5961"/>
              <a:gd name="connsiteX40" fmla="*/ 1610 w 10000"/>
              <a:gd name="connsiteY40" fmla="*/ 989 h 5961"/>
              <a:gd name="connsiteX41" fmla="*/ 1347 w 10000"/>
              <a:gd name="connsiteY41" fmla="*/ 854 h 5961"/>
              <a:gd name="connsiteX42" fmla="*/ 1105 w 10000"/>
              <a:gd name="connsiteY42" fmla="*/ 721 h 5961"/>
              <a:gd name="connsiteX43" fmla="*/ 883 w 10000"/>
              <a:gd name="connsiteY43" fmla="*/ 593 h 5961"/>
              <a:gd name="connsiteX44" fmla="*/ 686 w 10000"/>
              <a:gd name="connsiteY44" fmla="*/ 473 h 5961"/>
              <a:gd name="connsiteX45" fmla="*/ 508 w 10000"/>
              <a:gd name="connsiteY45" fmla="*/ 359 h 5961"/>
              <a:gd name="connsiteX46" fmla="*/ 358 w 10000"/>
              <a:gd name="connsiteY46" fmla="*/ 264 h 5961"/>
              <a:gd name="connsiteX47" fmla="*/ 232 w 10000"/>
              <a:gd name="connsiteY47" fmla="*/ 174 h 5961"/>
              <a:gd name="connsiteX48" fmla="*/ 59 w 10000"/>
              <a:gd name="connsiteY48" fmla="*/ 44 h 5961"/>
              <a:gd name="connsiteX49" fmla="*/ 0 w 10000"/>
              <a:gd name="connsiteY49" fmla="*/ 0 h 5961"/>
              <a:gd name="connsiteX50" fmla="*/ 0 w 10000"/>
              <a:gd name="connsiteY50" fmla="*/ 0 h 5961"/>
              <a:gd name="connsiteX0" fmla="*/ 0 w 10000"/>
              <a:gd name="connsiteY0" fmla="*/ 0 h 10000"/>
              <a:gd name="connsiteX1" fmla="*/ 16 w 10000"/>
              <a:gd name="connsiteY1" fmla="*/ 10000 h 10000"/>
              <a:gd name="connsiteX2" fmla="*/ 9953 w 10000"/>
              <a:gd name="connsiteY2" fmla="*/ 1370 h 10000"/>
              <a:gd name="connsiteX3" fmla="*/ 10000 w 10000"/>
              <a:gd name="connsiteY3" fmla="*/ 15 h 10000"/>
              <a:gd name="connsiteX4" fmla="*/ 10000 w 10000"/>
              <a:gd name="connsiteY4" fmla="*/ 15 h 10000"/>
              <a:gd name="connsiteX5" fmla="*/ 9773 w 10000"/>
              <a:gd name="connsiteY5" fmla="*/ 329 h 10000"/>
              <a:gd name="connsiteX6" fmla="*/ 9547 w 10000"/>
              <a:gd name="connsiteY6" fmla="*/ 627 h 10000"/>
              <a:gd name="connsiteX7" fmla="*/ 9320 w 10000"/>
              <a:gd name="connsiteY7" fmla="*/ 919 h 10000"/>
              <a:gd name="connsiteX8" fmla="*/ 9092 w 10000"/>
              <a:gd name="connsiteY8" fmla="*/ 1171 h 10000"/>
              <a:gd name="connsiteX9" fmla="*/ 8865 w 10000"/>
              <a:gd name="connsiteY9" fmla="*/ 1423 h 10000"/>
              <a:gd name="connsiteX10" fmla="*/ 8637 w 10000"/>
              <a:gd name="connsiteY10" fmla="*/ 1659 h 10000"/>
              <a:gd name="connsiteX11" fmla="*/ 8412 w 10000"/>
              <a:gd name="connsiteY11" fmla="*/ 1860 h 10000"/>
              <a:gd name="connsiteX12" fmla="*/ 8184 w 10000"/>
              <a:gd name="connsiteY12" fmla="*/ 2053 h 10000"/>
              <a:gd name="connsiteX13" fmla="*/ 7957 w 10000"/>
              <a:gd name="connsiteY13" fmla="*/ 2228 h 10000"/>
              <a:gd name="connsiteX14" fmla="*/ 7734 w 10000"/>
              <a:gd name="connsiteY14" fmla="*/ 2379 h 10000"/>
              <a:gd name="connsiteX15" fmla="*/ 7508 w 10000"/>
              <a:gd name="connsiteY15" fmla="*/ 2531 h 10000"/>
              <a:gd name="connsiteX16" fmla="*/ 7285 w 10000"/>
              <a:gd name="connsiteY16" fmla="*/ 2657 h 10000"/>
              <a:gd name="connsiteX17" fmla="*/ 7062 w 10000"/>
              <a:gd name="connsiteY17" fmla="*/ 2755 h 10000"/>
              <a:gd name="connsiteX18" fmla="*/ 6840 w 10000"/>
              <a:gd name="connsiteY18" fmla="*/ 2859 h 10000"/>
              <a:gd name="connsiteX19" fmla="*/ 6620 w 10000"/>
              <a:gd name="connsiteY19" fmla="*/ 2944 h 10000"/>
              <a:gd name="connsiteX20" fmla="*/ 6402 w 10000"/>
              <a:gd name="connsiteY20" fmla="*/ 3006 h 10000"/>
              <a:gd name="connsiteX21" fmla="*/ 6184 w 10000"/>
              <a:gd name="connsiteY21" fmla="*/ 3058 h 10000"/>
              <a:gd name="connsiteX22" fmla="*/ 5968 w 10000"/>
              <a:gd name="connsiteY22" fmla="*/ 3109 h 10000"/>
              <a:gd name="connsiteX23" fmla="*/ 5755 w 10000"/>
              <a:gd name="connsiteY23" fmla="*/ 3132 h 10000"/>
              <a:gd name="connsiteX24" fmla="*/ 5542 w 10000"/>
              <a:gd name="connsiteY24" fmla="*/ 3157 h 10000"/>
              <a:gd name="connsiteX25" fmla="*/ 5332 w 10000"/>
              <a:gd name="connsiteY25" fmla="*/ 3171 h 10000"/>
              <a:gd name="connsiteX26" fmla="*/ 5124 w 10000"/>
              <a:gd name="connsiteY26" fmla="*/ 3157 h 10000"/>
              <a:gd name="connsiteX27" fmla="*/ 4918 w 10000"/>
              <a:gd name="connsiteY27" fmla="*/ 3157 h 10000"/>
              <a:gd name="connsiteX28" fmla="*/ 4714 w 10000"/>
              <a:gd name="connsiteY28" fmla="*/ 3132 h 10000"/>
              <a:gd name="connsiteX29" fmla="*/ 4514 w 10000"/>
              <a:gd name="connsiteY29" fmla="*/ 3095 h 10000"/>
              <a:gd name="connsiteX30" fmla="*/ 4316 w 10000"/>
              <a:gd name="connsiteY30" fmla="*/ 3058 h 10000"/>
              <a:gd name="connsiteX31" fmla="*/ 4122 w 10000"/>
              <a:gd name="connsiteY31" fmla="*/ 3020 h 10000"/>
              <a:gd name="connsiteX32" fmla="*/ 3929 w 10000"/>
              <a:gd name="connsiteY32" fmla="*/ 2958 h 10000"/>
              <a:gd name="connsiteX33" fmla="*/ 3739 w 10000"/>
              <a:gd name="connsiteY33" fmla="*/ 2892 h 10000"/>
              <a:gd name="connsiteX34" fmla="*/ 3553 w 10000"/>
              <a:gd name="connsiteY34" fmla="*/ 2833 h 10000"/>
              <a:gd name="connsiteX35" fmla="*/ 3190 w 10000"/>
              <a:gd name="connsiteY35" fmla="*/ 2667 h 10000"/>
              <a:gd name="connsiteX36" fmla="*/ 2842 w 10000"/>
              <a:gd name="connsiteY36" fmla="*/ 2490 h 10000"/>
              <a:gd name="connsiteX37" fmla="*/ 2508 w 10000"/>
              <a:gd name="connsiteY37" fmla="*/ 2305 h 10000"/>
              <a:gd name="connsiteX38" fmla="*/ 2192 w 10000"/>
              <a:gd name="connsiteY38" fmla="*/ 2102 h 10000"/>
              <a:gd name="connsiteX39" fmla="*/ 1890 w 10000"/>
              <a:gd name="connsiteY39" fmla="*/ 1887 h 10000"/>
              <a:gd name="connsiteX40" fmla="*/ 1610 w 10000"/>
              <a:gd name="connsiteY40" fmla="*/ 1659 h 10000"/>
              <a:gd name="connsiteX41" fmla="*/ 1347 w 10000"/>
              <a:gd name="connsiteY41" fmla="*/ 1433 h 10000"/>
              <a:gd name="connsiteX42" fmla="*/ 1105 w 10000"/>
              <a:gd name="connsiteY42" fmla="*/ 1210 h 10000"/>
              <a:gd name="connsiteX43" fmla="*/ 883 w 10000"/>
              <a:gd name="connsiteY43" fmla="*/ 995 h 10000"/>
              <a:gd name="connsiteX44" fmla="*/ 686 w 10000"/>
              <a:gd name="connsiteY44" fmla="*/ 793 h 10000"/>
              <a:gd name="connsiteX45" fmla="*/ 508 w 10000"/>
              <a:gd name="connsiteY45" fmla="*/ 602 h 10000"/>
              <a:gd name="connsiteX46" fmla="*/ 358 w 10000"/>
              <a:gd name="connsiteY46" fmla="*/ 443 h 10000"/>
              <a:gd name="connsiteX47" fmla="*/ 232 w 10000"/>
              <a:gd name="connsiteY47" fmla="*/ 292 h 10000"/>
              <a:gd name="connsiteX48" fmla="*/ 59 w 10000"/>
              <a:gd name="connsiteY48" fmla="*/ 74 h 10000"/>
              <a:gd name="connsiteX49" fmla="*/ 0 w 10000"/>
              <a:gd name="connsiteY49" fmla="*/ 0 h 10000"/>
              <a:gd name="connsiteX50" fmla="*/ 0 w 10000"/>
              <a:gd name="connsiteY50" fmla="*/ 0 h 10000"/>
              <a:gd name="connsiteX0" fmla="*/ 0 w 10000"/>
              <a:gd name="connsiteY0" fmla="*/ 0 h 7955"/>
              <a:gd name="connsiteX1" fmla="*/ 32 w 10000"/>
              <a:gd name="connsiteY1" fmla="*/ 7955 h 7955"/>
              <a:gd name="connsiteX2" fmla="*/ 9953 w 10000"/>
              <a:gd name="connsiteY2" fmla="*/ 1370 h 7955"/>
              <a:gd name="connsiteX3" fmla="*/ 10000 w 10000"/>
              <a:gd name="connsiteY3" fmla="*/ 15 h 7955"/>
              <a:gd name="connsiteX4" fmla="*/ 10000 w 10000"/>
              <a:gd name="connsiteY4" fmla="*/ 15 h 7955"/>
              <a:gd name="connsiteX5" fmla="*/ 9773 w 10000"/>
              <a:gd name="connsiteY5" fmla="*/ 329 h 7955"/>
              <a:gd name="connsiteX6" fmla="*/ 9547 w 10000"/>
              <a:gd name="connsiteY6" fmla="*/ 627 h 7955"/>
              <a:gd name="connsiteX7" fmla="*/ 9320 w 10000"/>
              <a:gd name="connsiteY7" fmla="*/ 919 h 7955"/>
              <a:gd name="connsiteX8" fmla="*/ 9092 w 10000"/>
              <a:gd name="connsiteY8" fmla="*/ 1171 h 7955"/>
              <a:gd name="connsiteX9" fmla="*/ 8865 w 10000"/>
              <a:gd name="connsiteY9" fmla="*/ 1423 h 7955"/>
              <a:gd name="connsiteX10" fmla="*/ 8637 w 10000"/>
              <a:gd name="connsiteY10" fmla="*/ 1659 h 7955"/>
              <a:gd name="connsiteX11" fmla="*/ 8412 w 10000"/>
              <a:gd name="connsiteY11" fmla="*/ 1860 h 7955"/>
              <a:gd name="connsiteX12" fmla="*/ 8184 w 10000"/>
              <a:gd name="connsiteY12" fmla="*/ 2053 h 7955"/>
              <a:gd name="connsiteX13" fmla="*/ 7957 w 10000"/>
              <a:gd name="connsiteY13" fmla="*/ 2228 h 7955"/>
              <a:gd name="connsiteX14" fmla="*/ 7734 w 10000"/>
              <a:gd name="connsiteY14" fmla="*/ 2379 h 7955"/>
              <a:gd name="connsiteX15" fmla="*/ 7508 w 10000"/>
              <a:gd name="connsiteY15" fmla="*/ 2531 h 7955"/>
              <a:gd name="connsiteX16" fmla="*/ 7285 w 10000"/>
              <a:gd name="connsiteY16" fmla="*/ 2657 h 7955"/>
              <a:gd name="connsiteX17" fmla="*/ 7062 w 10000"/>
              <a:gd name="connsiteY17" fmla="*/ 2755 h 7955"/>
              <a:gd name="connsiteX18" fmla="*/ 6840 w 10000"/>
              <a:gd name="connsiteY18" fmla="*/ 2859 h 7955"/>
              <a:gd name="connsiteX19" fmla="*/ 6620 w 10000"/>
              <a:gd name="connsiteY19" fmla="*/ 2944 h 7955"/>
              <a:gd name="connsiteX20" fmla="*/ 6402 w 10000"/>
              <a:gd name="connsiteY20" fmla="*/ 3006 h 7955"/>
              <a:gd name="connsiteX21" fmla="*/ 6184 w 10000"/>
              <a:gd name="connsiteY21" fmla="*/ 3058 h 7955"/>
              <a:gd name="connsiteX22" fmla="*/ 5968 w 10000"/>
              <a:gd name="connsiteY22" fmla="*/ 3109 h 7955"/>
              <a:gd name="connsiteX23" fmla="*/ 5755 w 10000"/>
              <a:gd name="connsiteY23" fmla="*/ 3132 h 7955"/>
              <a:gd name="connsiteX24" fmla="*/ 5542 w 10000"/>
              <a:gd name="connsiteY24" fmla="*/ 3157 h 7955"/>
              <a:gd name="connsiteX25" fmla="*/ 5332 w 10000"/>
              <a:gd name="connsiteY25" fmla="*/ 3171 h 7955"/>
              <a:gd name="connsiteX26" fmla="*/ 5124 w 10000"/>
              <a:gd name="connsiteY26" fmla="*/ 3157 h 7955"/>
              <a:gd name="connsiteX27" fmla="*/ 4918 w 10000"/>
              <a:gd name="connsiteY27" fmla="*/ 3157 h 7955"/>
              <a:gd name="connsiteX28" fmla="*/ 4714 w 10000"/>
              <a:gd name="connsiteY28" fmla="*/ 3132 h 7955"/>
              <a:gd name="connsiteX29" fmla="*/ 4514 w 10000"/>
              <a:gd name="connsiteY29" fmla="*/ 3095 h 7955"/>
              <a:gd name="connsiteX30" fmla="*/ 4316 w 10000"/>
              <a:gd name="connsiteY30" fmla="*/ 3058 h 7955"/>
              <a:gd name="connsiteX31" fmla="*/ 4122 w 10000"/>
              <a:gd name="connsiteY31" fmla="*/ 3020 h 7955"/>
              <a:gd name="connsiteX32" fmla="*/ 3929 w 10000"/>
              <a:gd name="connsiteY32" fmla="*/ 2958 h 7955"/>
              <a:gd name="connsiteX33" fmla="*/ 3739 w 10000"/>
              <a:gd name="connsiteY33" fmla="*/ 2892 h 7955"/>
              <a:gd name="connsiteX34" fmla="*/ 3553 w 10000"/>
              <a:gd name="connsiteY34" fmla="*/ 2833 h 7955"/>
              <a:gd name="connsiteX35" fmla="*/ 3190 w 10000"/>
              <a:gd name="connsiteY35" fmla="*/ 2667 h 7955"/>
              <a:gd name="connsiteX36" fmla="*/ 2842 w 10000"/>
              <a:gd name="connsiteY36" fmla="*/ 2490 h 7955"/>
              <a:gd name="connsiteX37" fmla="*/ 2508 w 10000"/>
              <a:gd name="connsiteY37" fmla="*/ 2305 h 7955"/>
              <a:gd name="connsiteX38" fmla="*/ 2192 w 10000"/>
              <a:gd name="connsiteY38" fmla="*/ 2102 h 7955"/>
              <a:gd name="connsiteX39" fmla="*/ 1890 w 10000"/>
              <a:gd name="connsiteY39" fmla="*/ 1887 h 7955"/>
              <a:gd name="connsiteX40" fmla="*/ 1610 w 10000"/>
              <a:gd name="connsiteY40" fmla="*/ 1659 h 7955"/>
              <a:gd name="connsiteX41" fmla="*/ 1347 w 10000"/>
              <a:gd name="connsiteY41" fmla="*/ 1433 h 7955"/>
              <a:gd name="connsiteX42" fmla="*/ 1105 w 10000"/>
              <a:gd name="connsiteY42" fmla="*/ 1210 h 7955"/>
              <a:gd name="connsiteX43" fmla="*/ 883 w 10000"/>
              <a:gd name="connsiteY43" fmla="*/ 995 h 7955"/>
              <a:gd name="connsiteX44" fmla="*/ 686 w 10000"/>
              <a:gd name="connsiteY44" fmla="*/ 793 h 7955"/>
              <a:gd name="connsiteX45" fmla="*/ 508 w 10000"/>
              <a:gd name="connsiteY45" fmla="*/ 602 h 7955"/>
              <a:gd name="connsiteX46" fmla="*/ 358 w 10000"/>
              <a:gd name="connsiteY46" fmla="*/ 443 h 7955"/>
              <a:gd name="connsiteX47" fmla="*/ 232 w 10000"/>
              <a:gd name="connsiteY47" fmla="*/ 292 h 7955"/>
              <a:gd name="connsiteX48" fmla="*/ 59 w 10000"/>
              <a:gd name="connsiteY48" fmla="*/ 74 h 7955"/>
              <a:gd name="connsiteX49" fmla="*/ 0 w 10000"/>
              <a:gd name="connsiteY49" fmla="*/ 0 h 7955"/>
              <a:gd name="connsiteX50" fmla="*/ 0 w 10000"/>
              <a:gd name="connsiteY50" fmla="*/ 0 h 7955"/>
              <a:gd name="connsiteX0" fmla="*/ 0 w 10000"/>
              <a:gd name="connsiteY0" fmla="*/ 0 h 10000"/>
              <a:gd name="connsiteX1" fmla="*/ 32 w 10000"/>
              <a:gd name="connsiteY1" fmla="*/ 10000 h 10000"/>
              <a:gd name="connsiteX2" fmla="*/ 5409 w 10000"/>
              <a:gd name="connsiteY2" fmla="*/ 5405 h 10000"/>
              <a:gd name="connsiteX3" fmla="*/ 9953 w 10000"/>
              <a:gd name="connsiteY3" fmla="*/ 1722 h 10000"/>
              <a:gd name="connsiteX4" fmla="*/ 10000 w 10000"/>
              <a:gd name="connsiteY4" fmla="*/ 19 h 10000"/>
              <a:gd name="connsiteX5" fmla="*/ 10000 w 10000"/>
              <a:gd name="connsiteY5" fmla="*/ 19 h 10000"/>
              <a:gd name="connsiteX6" fmla="*/ 9773 w 10000"/>
              <a:gd name="connsiteY6" fmla="*/ 414 h 10000"/>
              <a:gd name="connsiteX7" fmla="*/ 9547 w 10000"/>
              <a:gd name="connsiteY7" fmla="*/ 788 h 10000"/>
              <a:gd name="connsiteX8" fmla="*/ 9320 w 10000"/>
              <a:gd name="connsiteY8" fmla="*/ 1155 h 10000"/>
              <a:gd name="connsiteX9" fmla="*/ 9092 w 10000"/>
              <a:gd name="connsiteY9" fmla="*/ 1472 h 10000"/>
              <a:gd name="connsiteX10" fmla="*/ 8865 w 10000"/>
              <a:gd name="connsiteY10" fmla="*/ 1789 h 10000"/>
              <a:gd name="connsiteX11" fmla="*/ 8637 w 10000"/>
              <a:gd name="connsiteY11" fmla="*/ 2085 h 10000"/>
              <a:gd name="connsiteX12" fmla="*/ 8412 w 10000"/>
              <a:gd name="connsiteY12" fmla="*/ 2338 h 10000"/>
              <a:gd name="connsiteX13" fmla="*/ 8184 w 10000"/>
              <a:gd name="connsiteY13" fmla="*/ 2581 h 10000"/>
              <a:gd name="connsiteX14" fmla="*/ 7957 w 10000"/>
              <a:gd name="connsiteY14" fmla="*/ 2801 h 10000"/>
              <a:gd name="connsiteX15" fmla="*/ 7734 w 10000"/>
              <a:gd name="connsiteY15" fmla="*/ 2991 h 10000"/>
              <a:gd name="connsiteX16" fmla="*/ 7508 w 10000"/>
              <a:gd name="connsiteY16" fmla="*/ 3182 h 10000"/>
              <a:gd name="connsiteX17" fmla="*/ 7285 w 10000"/>
              <a:gd name="connsiteY17" fmla="*/ 3340 h 10000"/>
              <a:gd name="connsiteX18" fmla="*/ 7062 w 10000"/>
              <a:gd name="connsiteY18" fmla="*/ 3463 h 10000"/>
              <a:gd name="connsiteX19" fmla="*/ 6840 w 10000"/>
              <a:gd name="connsiteY19" fmla="*/ 3594 h 10000"/>
              <a:gd name="connsiteX20" fmla="*/ 6620 w 10000"/>
              <a:gd name="connsiteY20" fmla="*/ 3701 h 10000"/>
              <a:gd name="connsiteX21" fmla="*/ 6402 w 10000"/>
              <a:gd name="connsiteY21" fmla="*/ 3779 h 10000"/>
              <a:gd name="connsiteX22" fmla="*/ 6184 w 10000"/>
              <a:gd name="connsiteY22" fmla="*/ 3844 h 10000"/>
              <a:gd name="connsiteX23" fmla="*/ 5968 w 10000"/>
              <a:gd name="connsiteY23" fmla="*/ 3908 h 10000"/>
              <a:gd name="connsiteX24" fmla="*/ 5755 w 10000"/>
              <a:gd name="connsiteY24" fmla="*/ 3937 h 10000"/>
              <a:gd name="connsiteX25" fmla="*/ 5542 w 10000"/>
              <a:gd name="connsiteY25" fmla="*/ 3969 h 10000"/>
              <a:gd name="connsiteX26" fmla="*/ 5332 w 10000"/>
              <a:gd name="connsiteY26" fmla="*/ 3986 h 10000"/>
              <a:gd name="connsiteX27" fmla="*/ 5124 w 10000"/>
              <a:gd name="connsiteY27" fmla="*/ 3969 h 10000"/>
              <a:gd name="connsiteX28" fmla="*/ 4918 w 10000"/>
              <a:gd name="connsiteY28" fmla="*/ 3969 h 10000"/>
              <a:gd name="connsiteX29" fmla="*/ 4714 w 10000"/>
              <a:gd name="connsiteY29" fmla="*/ 3937 h 10000"/>
              <a:gd name="connsiteX30" fmla="*/ 4514 w 10000"/>
              <a:gd name="connsiteY30" fmla="*/ 3891 h 10000"/>
              <a:gd name="connsiteX31" fmla="*/ 4316 w 10000"/>
              <a:gd name="connsiteY31" fmla="*/ 3844 h 10000"/>
              <a:gd name="connsiteX32" fmla="*/ 4122 w 10000"/>
              <a:gd name="connsiteY32" fmla="*/ 3796 h 10000"/>
              <a:gd name="connsiteX33" fmla="*/ 3929 w 10000"/>
              <a:gd name="connsiteY33" fmla="*/ 3718 h 10000"/>
              <a:gd name="connsiteX34" fmla="*/ 3739 w 10000"/>
              <a:gd name="connsiteY34" fmla="*/ 3635 h 10000"/>
              <a:gd name="connsiteX35" fmla="*/ 3553 w 10000"/>
              <a:gd name="connsiteY35" fmla="*/ 3561 h 10000"/>
              <a:gd name="connsiteX36" fmla="*/ 3190 w 10000"/>
              <a:gd name="connsiteY36" fmla="*/ 3353 h 10000"/>
              <a:gd name="connsiteX37" fmla="*/ 2842 w 10000"/>
              <a:gd name="connsiteY37" fmla="*/ 3130 h 10000"/>
              <a:gd name="connsiteX38" fmla="*/ 2508 w 10000"/>
              <a:gd name="connsiteY38" fmla="*/ 2898 h 10000"/>
              <a:gd name="connsiteX39" fmla="*/ 2192 w 10000"/>
              <a:gd name="connsiteY39" fmla="*/ 2642 h 10000"/>
              <a:gd name="connsiteX40" fmla="*/ 1890 w 10000"/>
              <a:gd name="connsiteY40" fmla="*/ 2372 h 10000"/>
              <a:gd name="connsiteX41" fmla="*/ 1610 w 10000"/>
              <a:gd name="connsiteY41" fmla="*/ 2085 h 10000"/>
              <a:gd name="connsiteX42" fmla="*/ 1347 w 10000"/>
              <a:gd name="connsiteY42" fmla="*/ 1801 h 10000"/>
              <a:gd name="connsiteX43" fmla="*/ 1105 w 10000"/>
              <a:gd name="connsiteY43" fmla="*/ 1521 h 10000"/>
              <a:gd name="connsiteX44" fmla="*/ 883 w 10000"/>
              <a:gd name="connsiteY44" fmla="*/ 1251 h 10000"/>
              <a:gd name="connsiteX45" fmla="*/ 686 w 10000"/>
              <a:gd name="connsiteY45" fmla="*/ 997 h 10000"/>
              <a:gd name="connsiteX46" fmla="*/ 508 w 10000"/>
              <a:gd name="connsiteY46" fmla="*/ 757 h 10000"/>
              <a:gd name="connsiteX47" fmla="*/ 358 w 10000"/>
              <a:gd name="connsiteY47" fmla="*/ 557 h 10000"/>
              <a:gd name="connsiteX48" fmla="*/ 232 w 10000"/>
              <a:gd name="connsiteY48" fmla="*/ 367 h 10000"/>
              <a:gd name="connsiteX49" fmla="*/ 59 w 10000"/>
              <a:gd name="connsiteY49" fmla="*/ 93 h 10000"/>
              <a:gd name="connsiteX50" fmla="*/ 0 w 10000"/>
              <a:gd name="connsiteY50" fmla="*/ 0 h 10000"/>
              <a:gd name="connsiteX51" fmla="*/ 0 w 10000"/>
              <a:gd name="connsiteY51" fmla="*/ 0 h 10000"/>
              <a:gd name="connsiteX0" fmla="*/ 0 w 10000"/>
              <a:gd name="connsiteY0" fmla="*/ 0 h 5405"/>
              <a:gd name="connsiteX1" fmla="*/ 16 w 10000"/>
              <a:gd name="connsiteY1" fmla="*/ 2608 h 5405"/>
              <a:gd name="connsiteX2" fmla="*/ 5409 w 10000"/>
              <a:gd name="connsiteY2" fmla="*/ 5405 h 5405"/>
              <a:gd name="connsiteX3" fmla="*/ 9953 w 10000"/>
              <a:gd name="connsiteY3" fmla="*/ 1722 h 5405"/>
              <a:gd name="connsiteX4" fmla="*/ 10000 w 10000"/>
              <a:gd name="connsiteY4" fmla="*/ 19 h 5405"/>
              <a:gd name="connsiteX5" fmla="*/ 10000 w 10000"/>
              <a:gd name="connsiteY5" fmla="*/ 19 h 5405"/>
              <a:gd name="connsiteX6" fmla="*/ 9773 w 10000"/>
              <a:gd name="connsiteY6" fmla="*/ 414 h 5405"/>
              <a:gd name="connsiteX7" fmla="*/ 9547 w 10000"/>
              <a:gd name="connsiteY7" fmla="*/ 788 h 5405"/>
              <a:gd name="connsiteX8" fmla="*/ 9320 w 10000"/>
              <a:gd name="connsiteY8" fmla="*/ 1155 h 5405"/>
              <a:gd name="connsiteX9" fmla="*/ 9092 w 10000"/>
              <a:gd name="connsiteY9" fmla="*/ 1472 h 5405"/>
              <a:gd name="connsiteX10" fmla="*/ 8865 w 10000"/>
              <a:gd name="connsiteY10" fmla="*/ 1789 h 5405"/>
              <a:gd name="connsiteX11" fmla="*/ 8637 w 10000"/>
              <a:gd name="connsiteY11" fmla="*/ 2085 h 5405"/>
              <a:gd name="connsiteX12" fmla="*/ 8412 w 10000"/>
              <a:gd name="connsiteY12" fmla="*/ 2338 h 5405"/>
              <a:gd name="connsiteX13" fmla="*/ 8184 w 10000"/>
              <a:gd name="connsiteY13" fmla="*/ 2581 h 5405"/>
              <a:gd name="connsiteX14" fmla="*/ 7957 w 10000"/>
              <a:gd name="connsiteY14" fmla="*/ 2801 h 5405"/>
              <a:gd name="connsiteX15" fmla="*/ 7734 w 10000"/>
              <a:gd name="connsiteY15" fmla="*/ 2991 h 5405"/>
              <a:gd name="connsiteX16" fmla="*/ 7508 w 10000"/>
              <a:gd name="connsiteY16" fmla="*/ 3182 h 5405"/>
              <a:gd name="connsiteX17" fmla="*/ 7285 w 10000"/>
              <a:gd name="connsiteY17" fmla="*/ 3340 h 5405"/>
              <a:gd name="connsiteX18" fmla="*/ 7062 w 10000"/>
              <a:gd name="connsiteY18" fmla="*/ 3463 h 5405"/>
              <a:gd name="connsiteX19" fmla="*/ 6840 w 10000"/>
              <a:gd name="connsiteY19" fmla="*/ 3594 h 5405"/>
              <a:gd name="connsiteX20" fmla="*/ 6620 w 10000"/>
              <a:gd name="connsiteY20" fmla="*/ 3701 h 5405"/>
              <a:gd name="connsiteX21" fmla="*/ 6402 w 10000"/>
              <a:gd name="connsiteY21" fmla="*/ 3779 h 5405"/>
              <a:gd name="connsiteX22" fmla="*/ 6184 w 10000"/>
              <a:gd name="connsiteY22" fmla="*/ 3844 h 5405"/>
              <a:gd name="connsiteX23" fmla="*/ 5968 w 10000"/>
              <a:gd name="connsiteY23" fmla="*/ 3908 h 5405"/>
              <a:gd name="connsiteX24" fmla="*/ 5755 w 10000"/>
              <a:gd name="connsiteY24" fmla="*/ 3937 h 5405"/>
              <a:gd name="connsiteX25" fmla="*/ 5542 w 10000"/>
              <a:gd name="connsiteY25" fmla="*/ 3969 h 5405"/>
              <a:gd name="connsiteX26" fmla="*/ 5332 w 10000"/>
              <a:gd name="connsiteY26" fmla="*/ 3986 h 5405"/>
              <a:gd name="connsiteX27" fmla="*/ 5124 w 10000"/>
              <a:gd name="connsiteY27" fmla="*/ 3969 h 5405"/>
              <a:gd name="connsiteX28" fmla="*/ 4918 w 10000"/>
              <a:gd name="connsiteY28" fmla="*/ 3969 h 5405"/>
              <a:gd name="connsiteX29" fmla="*/ 4714 w 10000"/>
              <a:gd name="connsiteY29" fmla="*/ 3937 h 5405"/>
              <a:gd name="connsiteX30" fmla="*/ 4514 w 10000"/>
              <a:gd name="connsiteY30" fmla="*/ 3891 h 5405"/>
              <a:gd name="connsiteX31" fmla="*/ 4316 w 10000"/>
              <a:gd name="connsiteY31" fmla="*/ 3844 h 5405"/>
              <a:gd name="connsiteX32" fmla="*/ 4122 w 10000"/>
              <a:gd name="connsiteY32" fmla="*/ 3796 h 5405"/>
              <a:gd name="connsiteX33" fmla="*/ 3929 w 10000"/>
              <a:gd name="connsiteY33" fmla="*/ 3718 h 5405"/>
              <a:gd name="connsiteX34" fmla="*/ 3739 w 10000"/>
              <a:gd name="connsiteY34" fmla="*/ 3635 h 5405"/>
              <a:gd name="connsiteX35" fmla="*/ 3553 w 10000"/>
              <a:gd name="connsiteY35" fmla="*/ 3561 h 5405"/>
              <a:gd name="connsiteX36" fmla="*/ 3190 w 10000"/>
              <a:gd name="connsiteY36" fmla="*/ 3353 h 5405"/>
              <a:gd name="connsiteX37" fmla="*/ 2842 w 10000"/>
              <a:gd name="connsiteY37" fmla="*/ 3130 h 5405"/>
              <a:gd name="connsiteX38" fmla="*/ 2508 w 10000"/>
              <a:gd name="connsiteY38" fmla="*/ 2898 h 5405"/>
              <a:gd name="connsiteX39" fmla="*/ 2192 w 10000"/>
              <a:gd name="connsiteY39" fmla="*/ 2642 h 5405"/>
              <a:gd name="connsiteX40" fmla="*/ 1890 w 10000"/>
              <a:gd name="connsiteY40" fmla="*/ 2372 h 5405"/>
              <a:gd name="connsiteX41" fmla="*/ 1610 w 10000"/>
              <a:gd name="connsiteY41" fmla="*/ 2085 h 5405"/>
              <a:gd name="connsiteX42" fmla="*/ 1347 w 10000"/>
              <a:gd name="connsiteY42" fmla="*/ 1801 h 5405"/>
              <a:gd name="connsiteX43" fmla="*/ 1105 w 10000"/>
              <a:gd name="connsiteY43" fmla="*/ 1521 h 5405"/>
              <a:gd name="connsiteX44" fmla="*/ 883 w 10000"/>
              <a:gd name="connsiteY44" fmla="*/ 1251 h 5405"/>
              <a:gd name="connsiteX45" fmla="*/ 686 w 10000"/>
              <a:gd name="connsiteY45" fmla="*/ 997 h 5405"/>
              <a:gd name="connsiteX46" fmla="*/ 508 w 10000"/>
              <a:gd name="connsiteY46" fmla="*/ 757 h 5405"/>
              <a:gd name="connsiteX47" fmla="*/ 358 w 10000"/>
              <a:gd name="connsiteY47" fmla="*/ 557 h 5405"/>
              <a:gd name="connsiteX48" fmla="*/ 232 w 10000"/>
              <a:gd name="connsiteY48" fmla="*/ 367 h 5405"/>
              <a:gd name="connsiteX49" fmla="*/ 59 w 10000"/>
              <a:gd name="connsiteY49" fmla="*/ 93 h 5405"/>
              <a:gd name="connsiteX50" fmla="*/ 0 w 10000"/>
              <a:gd name="connsiteY50" fmla="*/ 0 h 5405"/>
              <a:gd name="connsiteX51" fmla="*/ 0 w 10000"/>
              <a:gd name="connsiteY51" fmla="*/ 0 h 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000" h="5405">
                <a:moveTo>
                  <a:pt x="0" y="0"/>
                </a:moveTo>
                <a:cubicBezTo>
                  <a:pt x="5" y="4190"/>
                  <a:pt x="11" y="-1582"/>
                  <a:pt x="16" y="2608"/>
                </a:cubicBezTo>
                <a:lnTo>
                  <a:pt x="5409" y="5405"/>
                </a:lnTo>
                <a:lnTo>
                  <a:pt x="9953" y="1722"/>
                </a:lnTo>
                <a:cubicBezTo>
                  <a:pt x="9969" y="1154"/>
                  <a:pt x="9984" y="587"/>
                  <a:pt x="10000" y="19"/>
                </a:cubicBezTo>
                <a:lnTo>
                  <a:pt x="10000" y="19"/>
                </a:lnTo>
                <a:lnTo>
                  <a:pt x="9773" y="414"/>
                </a:lnTo>
                <a:cubicBezTo>
                  <a:pt x="9698" y="539"/>
                  <a:pt x="9622" y="663"/>
                  <a:pt x="9547" y="788"/>
                </a:cubicBezTo>
                <a:cubicBezTo>
                  <a:pt x="9471" y="910"/>
                  <a:pt x="9396" y="1033"/>
                  <a:pt x="9320" y="1155"/>
                </a:cubicBezTo>
                <a:lnTo>
                  <a:pt x="9092" y="1472"/>
                </a:lnTo>
                <a:lnTo>
                  <a:pt x="8865" y="1789"/>
                </a:lnTo>
                <a:lnTo>
                  <a:pt x="8637" y="2085"/>
                </a:lnTo>
                <a:lnTo>
                  <a:pt x="8412" y="2338"/>
                </a:lnTo>
                <a:lnTo>
                  <a:pt x="8184" y="2581"/>
                </a:lnTo>
                <a:lnTo>
                  <a:pt x="7957" y="2801"/>
                </a:lnTo>
                <a:lnTo>
                  <a:pt x="7734" y="2991"/>
                </a:lnTo>
                <a:lnTo>
                  <a:pt x="7508" y="3182"/>
                </a:lnTo>
                <a:lnTo>
                  <a:pt x="7285" y="3340"/>
                </a:lnTo>
                <a:lnTo>
                  <a:pt x="7062" y="3463"/>
                </a:lnTo>
                <a:lnTo>
                  <a:pt x="6840" y="3594"/>
                </a:lnTo>
                <a:lnTo>
                  <a:pt x="6620" y="3701"/>
                </a:lnTo>
                <a:lnTo>
                  <a:pt x="6402" y="3779"/>
                </a:lnTo>
                <a:lnTo>
                  <a:pt x="6184" y="3844"/>
                </a:lnTo>
                <a:lnTo>
                  <a:pt x="5968" y="3908"/>
                </a:lnTo>
                <a:lnTo>
                  <a:pt x="5755" y="3937"/>
                </a:lnTo>
                <a:lnTo>
                  <a:pt x="5542" y="3969"/>
                </a:lnTo>
                <a:lnTo>
                  <a:pt x="5332" y="3986"/>
                </a:lnTo>
                <a:lnTo>
                  <a:pt x="5124" y="3969"/>
                </a:lnTo>
                <a:lnTo>
                  <a:pt x="4918" y="3969"/>
                </a:lnTo>
                <a:lnTo>
                  <a:pt x="4714" y="3937"/>
                </a:lnTo>
                <a:lnTo>
                  <a:pt x="4514" y="3891"/>
                </a:lnTo>
                <a:lnTo>
                  <a:pt x="4316" y="3844"/>
                </a:lnTo>
                <a:lnTo>
                  <a:pt x="4122" y="3796"/>
                </a:lnTo>
                <a:lnTo>
                  <a:pt x="3929" y="3718"/>
                </a:lnTo>
                <a:lnTo>
                  <a:pt x="3739" y="3635"/>
                </a:lnTo>
                <a:lnTo>
                  <a:pt x="3553" y="3561"/>
                </a:lnTo>
                <a:lnTo>
                  <a:pt x="3190" y="3353"/>
                </a:lnTo>
                <a:lnTo>
                  <a:pt x="2842" y="3130"/>
                </a:lnTo>
                <a:lnTo>
                  <a:pt x="2508" y="2898"/>
                </a:lnTo>
                <a:lnTo>
                  <a:pt x="2192" y="2642"/>
                </a:lnTo>
                <a:lnTo>
                  <a:pt x="1890" y="2372"/>
                </a:lnTo>
                <a:lnTo>
                  <a:pt x="1610" y="2085"/>
                </a:lnTo>
                <a:lnTo>
                  <a:pt x="1347" y="1801"/>
                </a:lnTo>
                <a:lnTo>
                  <a:pt x="1105" y="1521"/>
                </a:lnTo>
                <a:lnTo>
                  <a:pt x="883" y="1251"/>
                </a:lnTo>
                <a:cubicBezTo>
                  <a:pt x="817" y="1167"/>
                  <a:pt x="752" y="1081"/>
                  <a:pt x="686" y="997"/>
                </a:cubicBezTo>
                <a:cubicBezTo>
                  <a:pt x="627" y="916"/>
                  <a:pt x="567" y="837"/>
                  <a:pt x="508" y="757"/>
                </a:cubicBezTo>
                <a:lnTo>
                  <a:pt x="358" y="557"/>
                </a:lnTo>
                <a:lnTo>
                  <a:pt x="232" y="367"/>
                </a:lnTo>
                <a:cubicBezTo>
                  <a:pt x="174" y="277"/>
                  <a:pt x="117" y="184"/>
                  <a:pt x="59" y="93"/>
                </a:cubicBezTo>
                <a:cubicBezTo>
                  <a:pt x="39" y="62"/>
                  <a:pt x="20" y="31"/>
                  <a:pt x="0" y="0"/>
                </a:cubicBez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2F7C1910-61FC-214E-B19D-2354E571E6B1}"/>
              </a:ext>
            </a:extLst>
          </p:cNvPr>
          <p:cNvSpPr/>
          <p:nvPr userDrawn="1"/>
        </p:nvSpPr>
        <p:spPr bwMode="gray">
          <a:xfrm rot="15922489">
            <a:off x="5152591"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Tree>
    <p:extLst>
      <p:ext uri="{BB962C8B-B14F-4D97-AF65-F5344CB8AC3E}">
        <p14:creationId xmlns:p14="http://schemas.microsoft.com/office/powerpoint/2010/main" val="2861761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1364476"/>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98FE9A-2755-1B49-9094-02250BA934CE}"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3839182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0F20CFB-DA38-4B74-8407-53A35B395697}"/>
              </a:ext>
            </a:extLst>
          </p:cNvPr>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Roboto" pitchFamily="2" charset="0"/>
                <a:ea typeface="Roboto"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a:t>CLICK TO EDITE SUBTITLE</a:t>
            </a:r>
          </a:p>
        </p:txBody>
      </p:sp>
      <p:sp>
        <p:nvSpPr>
          <p:cNvPr id="8" name="Title 2">
            <a:extLst>
              <a:ext uri="{FF2B5EF4-FFF2-40B4-BE49-F238E27FC236}">
                <a16:creationId xmlns:a16="http://schemas.microsoft.com/office/drawing/2014/main" id="{5872A53B-FD84-4867-BC11-F7CCE4E02DCF}"/>
              </a:ext>
            </a:extLst>
          </p:cNvPr>
          <p:cNvSpPr>
            <a:spLocks noGrp="1"/>
          </p:cNvSpPr>
          <p:nvPr>
            <p:ph type="title"/>
          </p:nvPr>
        </p:nvSpPr>
        <p:spPr>
          <a:xfrm>
            <a:off x="508001" y="455085"/>
            <a:ext cx="11157817" cy="660511"/>
          </a:xfrm>
          <a:prstGeom prst="rect">
            <a:avLst/>
          </a:prstGeom>
        </p:spPr>
        <p:txBody>
          <a:bodyPr lIns="0" tIns="0" rIns="0" bIns="0" anchor="ctr"/>
          <a:lstStyle>
            <a:lvl1pPr algn="ctr">
              <a:defRPr sz="4800">
                <a:solidFill>
                  <a:schemeClr val="bg1">
                    <a:lumMod val="50000"/>
                  </a:schemeClr>
                </a:solidFill>
                <a:latin typeface="Roboto" pitchFamily="2" charset="0"/>
                <a:ea typeface="Roboto" pitchFamily="2" charset="0"/>
              </a:defRPr>
            </a:lvl1pPr>
          </a:lstStyle>
          <a:p>
            <a:r>
              <a:rPr lang="en-US"/>
              <a:t>Click to edit Master title style</a:t>
            </a:r>
          </a:p>
        </p:txBody>
      </p:sp>
    </p:spTree>
    <p:extLst>
      <p:ext uri="{BB962C8B-B14F-4D97-AF65-F5344CB8AC3E}">
        <p14:creationId xmlns:p14="http://schemas.microsoft.com/office/powerpoint/2010/main" val="2063028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54896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a:xfrm>
            <a:off x="2743207" y="6518777"/>
            <a:ext cx="8221495" cy="141747"/>
          </a:xfrm>
          <a:prstGeom prst="rect">
            <a:avLst/>
          </a:prstGeom>
        </p:spPr>
        <p:txBody>
          <a:bodyPr/>
          <a:lstStyle>
            <a:lvl1pPr>
              <a:defRPr/>
            </a:lvl1pPr>
          </a:lstStyle>
          <a:p>
            <a:r>
              <a:rPr lang="en-US">
                <a:solidFill>
                  <a:srgbClr val="374E5A"/>
                </a:solidFill>
              </a:rPr>
              <a:t>Controls Framework June 2018</a:t>
            </a:r>
          </a:p>
        </p:txBody>
      </p:sp>
      <p:sp>
        <p:nvSpPr>
          <p:cNvPr id="5" name="Slide Number Placeholder 4"/>
          <p:cNvSpPr>
            <a:spLocks noGrp="1"/>
          </p:cNvSpPr>
          <p:nvPr>
            <p:ph type="sldNum" sz="quarter" idx="12"/>
          </p:nvPr>
        </p:nvSpPr>
        <p:spPr>
          <a:xfrm>
            <a:off x="11008366" y="6515508"/>
            <a:ext cx="574038" cy="145008"/>
          </a:xfrm>
          <a:prstGeom prst="rect">
            <a:avLst/>
          </a:prstGeom>
        </p:spPr>
        <p:txBody>
          <a:bodyPr/>
          <a:lstStyle/>
          <a:p>
            <a:fld id="{26AA8F9D-EC3D-4C95-9610-788E59E18F31}" type="slidenum">
              <a:rPr lang="en-US" smtClean="0">
                <a:solidFill>
                  <a:srgbClr val="374E5A"/>
                </a:solidFill>
              </a:rPr>
              <a:pPr/>
              <a:t>‹#›</a:t>
            </a:fld>
            <a:endParaRPr lang="en-US">
              <a:solidFill>
                <a:srgbClr val="374E5A"/>
              </a:solidFill>
            </a:endParaRPr>
          </a:p>
        </p:txBody>
      </p:sp>
    </p:spTree>
    <p:extLst>
      <p:ext uri="{BB962C8B-B14F-4D97-AF65-F5344CB8AC3E}">
        <p14:creationId xmlns:p14="http://schemas.microsoft.com/office/powerpoint/2010/main" val="904441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graySidebar">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D426E116-0FE3-D446-B568-6373B436AD1A}"/>
              </a:ext>
            </a:extLst>
          </p:cNvPr>
          <p:cNvSpPr>
            <a:spLocks noGrp="1"/>
          </p:cNvSpPr>
          <p:nvPr>
            <p:ph type="body" sz="quarter" idx="11"/>
          </p:nvPr>
        </p:nvSpPr>
        <p:spPr>
          <a:xfrm>
            <a:off x="374040" y="1648758"/>
            <a:ext cx="5686246" cy="456696"/>
          </a:xfrm>
          <a:prstGeom prst="rect">
            <a:avLst/>
          </a:prstGeom>
        </p:spPr>
        <p:txBody>
          <a:bodyPr lIns="0" tIns="0" rIns="0" bIns="0">
            <a:noAutofit/>
          </a:bodyPr>
          <a:lstStyle>
            <a:lvl1pPr marL="0" indent="0">
              <a:lnSpc>
                <a:spcPct val="110000"/>
              </a:lnSpc>
              <a:buNone/>
              <a:defRPr sz="2000" b="0" i="0">
                <a:solidFill>
                  <a:srgbClr val="848585"/>
                </a:solidFill>
                <a:latin typeface="Montserrat SemiBold" pitchFamily="2" charset="77"/>
                <a:cs typeface="Arial" panose="020B0604020202020204" pitchFamily="34" charset="0"/>
              </a:defRPr>
            </a:lvl1pPr>
            <a:lvl2pPr marL="457154" indent="0">
              <a:lnSpc>
                <a:spcPts val="2400"/>
              </a:lnSpc>
              <a:buNone/>
              <a:defRPr sz="2000">
                <a:solidFill>
                  <a:srgbClr val="848585"/>
                </a:solidFill>
                <a:latin typeface="Arial" panose="020B0604020202020204" pitchFamily="34" charset="0"/>
                <a:cs typeface="Arial" panose="020B0604020202020204" pitchFamily="34" charset="0"/>
              </a:defRPr>
            </a:lvl2pPr>
            <a:lvl3pPr marL="914309" indent="0">
              <a:lnSpc>
                <a:spcPts val="2400"/>
              </a:lnSpc>
              <a:buNone/>
              <a:defRPr sz="2000">
                <a:solidFill>
                  <a:srgbClr val="848585"/>
                </a:solidFill>
                <a:latin typeface="Arial" panose="020B0604020202020204" pitchFamily="34" charset="0"/>
                <a:cs typeface="Arial" panose="020B0604020202020204" pitchFamily="34" charset="0"/>
              </a:defRPr>
            </a:lvl3pPr>
            <a:lvl4pPr marL="1371463" indent="0">
              <a:lnSpc>
                <a:spcPts val="2400"/>
              </a:lnSpc>
              <a:buNone/>
              <a:defRPr sz="2000">
                <a:solidFill>
                  <a:srgbClr val="848585"/>
                </a:solidFill>
                <a:latin typeface="Arial" panose="020B0604020202020204" pitchFamily="34" charset="0"/>
                <a:cs typeface="Arial" panose="020B0604020202020204" pitchFamily="34" charset="0"/>
              </a:defRPr>
            </a:lvl4pPr>
            <a:lvl5pPr marL="1828617"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7" name="Text Placeholder 17">
            <a:extLst>
              <a:ext uri="{FF2B5EF4-FFF2-40B4-BE49-F238E27FC236}">
                <a16:creationId xmlns:a16="http://schemas.microsoft.com/office/drawing/2014/main" id="{BC346A8C-5C1D-114F-94D6-BBB1ED290669}"/>
              </a:ext>
            </a:extLst>
          </p:cNvPr>
          <p:cNvSpPr>
            <a:spLocks noGrp="1"/>
          </p:cNvSpPr>
          <p:nvPr>
            <p:ph type="body" sz="quarter" idx="13"/>
          </p:nvPr>
        </p:nvSpPr>
        <p:spPr>
          <a:xfrm>
            <a:off x="383808" y="2035250"/>
            <a:ext cx="5676478" cy="473616"/>
          </a:xfrm>
          <a:prstGeom prst="rect">
            <a:avLst/>
          </a:prstGeom>
        </p:spPr>
        <p:txBody>
          <a:bodyPr lIns="0" tIns="0" rIns="0" bIns="0">
            <a:noAutofit/>
          </a:bodyPr>
          <a:lstStyle>
            <a:lvl1pPr marL="0" indent="0">
              <a:lnSpc>
                <a:spcPct val="110000"/>
              </a:lnSpc>
              <a:buNone/>
              <a:defRPr sz="1600" b="0" i="0">
                <a:solidFill>
                  <a:srgbClr val="2576B7"/>
                </a:solidFill>
                <a:latin typeface="Exo" panose="02000503000000000000" pitchFamily="2" charset="77"/>
                <a:cs typeface="Arial" panose="020B0604020202020204" pitchFamily="34" charset="0"/>
              </a:defRPr>
            </a:lvl1pPr>
            <a:lvl2pPr marL="457154" indent="0">
              <a:lnSpc>
                <a:spcPts val="1400"/>
              </a:lnSpc>
              <a:buNone/>
              <a:defRPr sz="1400">
                <a:solidFill>
                  <a:srgbClr val="2576B7"/>
                </a:solidFill>
                <a:latin typeface="Arial" panose="020B0604020202020204" pitchFamily="34" charset="0"/>
                <a:cs typeface="Arial" panose="020B0604020202020204" pitchFamily="34" charset="0"/>
              </a:defRPr>
            </a:lvl2pPr>
            <a:lvl3pPr marL="914309" indent="0">
              <a:lnSpc>
                <a:spcPts val="1400"/>
              </a:lnSpc>
              <a:buNone/>
              <a:defRPr sz="1400">
                <a:solidFill>
                  <a:srgbClr val="2576B7"/>
                </a:solidFill>
                <a:latin typeface="Arial" panose="020B0604020202020204" pitchFamily="34" charset="0"/>
                <a:cs typeface="Arial" panose="020B0604020202020204" pitchFamily="34" charset="0"/>
              </a:defRPr>
            </a:lvl3pPr>
            <a:lvl4pPr marL="1371463" indent="0">
              <a:lnSpc>
                <a:spcPts val="1400"/>
              </a:lnSpc>
              <a:buNone/>
              <a:defRPr sz="1400">
                <a:solidFill>
                  <a:srgbClr val="2576B7"/>
                </a:solidFill>
                <a:latin typeface="Arial" panose="020B0604020202020204" pitchFamily="34" charset="0"/>
                <a:cs typeface="Arial" panose="020B0604020202020204" pitchFamily="34" charset="0"/>
              </a:defRPr>
            </a:lvl4pPr>
            <a:lvl5pPr marL="1828617"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itle 9">
            <a:extLst>
              <a:ext uri="{FF2B5EF4-FFF2-40B4-BE49-F238E27FC236}">
                <a16:creationId xmlns:a16="http://schemas.microsoft.com/office/drawing/2014/main" id="{488EE5B4-C583-A04D-B5FC-EA23A0B46B36}"/>
              </a:ext>
            </a:extLst>
          </p:cNvPr>
          <p:cNvSpPr>
            <a:spLocks noGrp="1"/>
          </p:cNvSpPr>
          <p:nvPr>
            <p:ph type="title"/>
          </p:nvPr>
        </p:nvSpPr>
        <p:spPr>
          <a:xfrm>
            <a:off x="354060" y="530021"/>
            <a:ext cx="4966394" cy="1130188"/>
          </a:xfrm>
        </p:spPr>
        <p:txBody>
          <a:bodyPr>
            <a:noAutofit/>
          </a:bodyPr>
          <a:lstStyle>
            <a:lvl1pPr>
              <a:lnSpc>
                <a:spcPct val="90000"/>
              </a:lnSpc>
              <a:defRPr b="0" i="0"/>
            </a:lvl1pPr>
          </a:lstStyle>
          <a:p>
            <a:r>
              <a:rPr lang="en-US"/>
              <a:t>Click to edit Master title style</a:t>
            </a:r>
          </a:p>
        </p:txBody>
      </p:sp>
      <p:sp>
        <p:nvSpPr>
          <p:cNvPr id="8" name="Text Placeholder 4">
            <a:extLst>
              <a:ext uri="{FF2B5EF4-FFF2-40B4-BE49-F238E27FC236}">
                <a16:creationId xmlns:a16="http://schemas.microsoft.com/office/drawing/2014/main" id="{2721BB38-35D8-6041-AE06-91C7C44D942C}"/>
              </a:ext>
            </a:extLst>
          </p:cNvPr>
          <p:cNvSpPr>
            <a:spLocks noGrp="1"/>
          </p:cNvSpPr>
          <p:nvPr>
            <p:ph type="body" sz="quarter" idx="33"/>
          </p:nvPr>
        </p:nvSpPr>
        <p:spPr>
          <a:xfrm>
            <a:off x="371427" y="3125004"/>
            <a:ext cx="6677743" cy="2637843"/>
          </a:xfrm>
          <a:prstGeom prst="rect">
            <a:avLst/>
          </a:prstGeom>
        </p:spPr>
        <p:txBody>
          <a:bodyPr lIns="0" tIns="0" rIns="0" bIns="0" numCol="1" spcCol="292608"/>
          <a:lstStyle>
            <a:lvl1pPr marL="179370" indent="-17937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587" indent="-171433">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8916" indent="-17460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245" indent="-177782">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050" indent="-171433">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98967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0F20CFB-DA38-4B74-8407-53A35B395697}"/>
              </a:ext>
            </a:extLst>
          </p:cNvPr>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Roboto" pitchFamily="2" charset="0"/>
                <a:ea typeface="Roboto"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a:t>CLICK TO EDITE SUBTITLE</a:t>
            </a:r>
          </a:p>
        </p:txBody>
      </p:sp>
      <p:sp>
        <p:nvSpPr>
          <p:cNvPr id="8" name="Title 2">
            <a:extLst>
              <a:ext uri="{FF2B5EF4-FFF2-40B4-BE49-F238E27FC236}">
                <a16:creationId xmlns:a16="http://schemas.microsoft.com/office/drawing/2014/main" id="{5872A53B-FD84-4867-BC11-F7CCE4E02DCF}"/>
              </a:ext>
            </a:extLst>
          </p:cNvPr>
          <p:cNvSpPr>
            <a:spLocks noGrp="1"/>
          </p:cNvSpPr>
          <p:nvPr>
            <p:ph type="title"/>
          </p:nvPr>
        </p:nvSpPr>
        <p:spPr>
          <a:xfrm>
            <a:off x="508001" y="455085"/>
            <a:ext cx="11157817" cy="660511"/>
          </a:xfrm>
          <a:prstGeom prst="rect">
            <a:avLst/>
          </a:prstGeom>
        </p:spPr>
        <p:txBody>
          <a:bodyPr lIns="0" tIns="0" rIns="0" bIns="0" anchor="ctr"/>
          <a:lstStyle>
            <a:lvl1pPr algn="ctr">
              <a:defRPr sz="4800">
                <a:solidFill>
                  <a:schemeClr val="bg1">
                    <a:lumMod val="50000"/>
                  </a:schemeClr>
                </a:solidFill>
                <a:latin typeface="Roboto" pitchFamily="2" charset="0"/>
                <a:ea typeface="Roboto" pitchFamily="2" charset="0"/>
              </a:defRPr>
            </a:lvl1pPr>
          </a:lstStyle>
          <a:p>
            <a:r>
              <a:rPr lang="en-US"/>
              <a:t>Click to edit Master title style</a:t>
            </a:r>
          </a:p>
        </p:txBody>
      </p:sp>
    </p:spTree>
    <p:extLst>
      <p:ext uri="{BB962C8B-B14F-4D97-AF65-F5344CB8AC3E}">
        <p14:creationId xmlns:p14="http://schemas.microsoft.com/office/powerpoint/2010/main" val="1193058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Rectangle 5"/>
          <p:cNvSpPr/>
          <p:nvPr userDrawn="1"/>
        </p:nvSpPr>
        <p:spPr bwMode="gray">
          <a:xfrm>
            <a:off x="81281" y="650240"/>
            <a:ext cx="5963920" cy="680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Freeform 11"/>
          <p:cNvSpPr/>
          <p:nvPr userDrawn="1"/>
        </p:nvSpPr>
        <p:spPr bwMode="gray">
          <a:xfrm flipH="1">
            <a:off x="0" y="982483"/>
            <a:ext cx="6144594" cy="4847604"/>
          </a:xfrm>
          <a:custGeom>
            <a:avLst/>
            <a:gdLst>
              <a:gd name="connsiteX0" fmla="*/ 1209872 w 6187440"/>
              <a:gd name="connsiteY0" fmla="*/ 0 h 4839487"/>
              <a:gd name="connsiteX1" fmla="*/ 6187440 w 6187440"/>
              <a:gd name="connsiteY1" fmla="*/ 0 h 4839487"/>
              <a:gd name="connsiteX2" fmla="*/ 6187440 w 6187440"/>
              <a:gd name="connsiteY2" fmla="*/ 4839487 h 4839487"/>
              <a:gd name="connsiteX3" fmla="*/ 0 w 6187440"/>
              <a:gd name="connsiteY3" fmla="*/ 4839487 h 4839487"/>
            </a:gdLst>
            <a:ahLst/>
            <a:cxnLst>
              <a:cxn ang="0">
                <a:pos x="connsiteX0" y="connsiteY0"/>
              </a:cxn>
              <a:cxn ang="0">
                <a:pos x="connsiteX1" y="connsiteY1"/>
              </a:cxn>
              <a:cxn ang="0">
                <a:pos x="connsiteX2" y="connsiteY2"/>
              </a:cxn>
              <a:cxn ang="0">
                <a:pos x="connsiteX3" y="connsiteY3"/>
              </a:cxn>
            </a:cxnLst>
            <a:rect l="l" t="t" r="r" b="b"/>
            <a:pathLst>
              <a:path w="6187440" h="4839487">
                <a:moveTo>
                  <a:pt x="1209872" y="0"/>
                </a:moveTo>
                <a:lnTo>
                  <a:pt x="6187440" y="0"/>
                </a:lnTo>
                <a:lnTo>
                  <a:pt x="6187440" y="4839487"/>
                </a:lnTo>
                <a:lnTo>
                  <a:pt x="0" y="483948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p:cNvPicPr>
            <a:picLocks noChangeAspect="1"/>
          </p:cNvPicPr>
          <p:nvPr userDrawn="1"/>
        </p:nvPicPr>
        <p:blipFill>
          <a:blip r:embed="rId2"/>
          <a:srcRect/>
          <a:stretch>
            <a:fillRect/>
          </a:stretch>
        </p:blipFill>
        <p:spPr>
          <a:xfrm>
            <a:off x="6040420" y="0"/>
            <a:ext cx="6151580" cy="6007261"/>
          </a:xfrm>
          <a:custGeom>
            <a:avLst/>
            <a:gdLst>
              <a:gd name="connsiteX0" fmla="*/ 0 w 6151580"/>
              <a:gd name="connsiteY0" fmla="*/ 0 h 6007261"/>
              <a:gd name="connsiteX1" fmla="*/ 6151580 w 6151580"/>
              <a:gd name="connsiteY1" fmla="*/ 0 h 6007261"/>
              <a:gd name="connsiteX2" fmla="*/ 6151580 w 6151580"/>
              <a:gd name="connsiteY2" fmla="*/ 6007261 h 6007261"/>
              <a:gd name="connsiteX3" fmla="*/ 1532351 w 6151580"/>
              <a:gd name="connsiteY3" fmla="*/ 6007261 h 6007261"/>
              <a:gd name="connsiteX4" fmla="*/ 672896 w 6151580"/>
              <a:gd name="connsiteY4" fmla="*/ 5127585 h 6007261"/>
              <a:gd name="connsiteX5" fmla="*/ 0 w 6151580"/>
              <a:gd name="connsiteY5" fmla="*/ 3006093 h 600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51580" h="6007261">
                <a:moveTo>
                  <a:pt x="0" y="0"/>
                </a:moveTo>
                <a:lnTo>
                  <a:pt x="6151580" y="0"/>
                </a:lnTo>
                <a:lnTo>
                  <a:pt x="6151580" y="6007261"/>
                </a:lnTo>
                <a:lnTo>
                  <a:pt x="1532351" y="6007261"/>
                </a:lnTo>
                <a:lnTo>
                  <a:pt x="672896" y="5127585"/>
                </a:lnTo>
                <a:lnTo>
                  <a:pt x="0" y="3006093"/>
                </a:lnTo>
                <a:close/>
              </a:path>
            </a:pathLst>
          </a:custGeom>
        </p:spPr>
      </p:pic>
      <p:pic>
        <p:nvPicPr>
          <p:cNvPr id="9" name="Graphic 8">
            <a:extLst>
              <a:ext uri="{FF2B5EF4-FFF2-40B4-BE49-F238E27FC236}">
                <a16:creationId xmlns:a16="http://schemas.microsoft.com/office/drawing/2014/main" id="{A5B43289-77A9-544C-A6F7-09F3B0DDBF03}"/>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19546" t="40603" r="18637" b="43215"/>
          <a:stretch/>
        </p:blipFill>
        <p:spPr bwMode="gray">
          <a:xfrm>
            <a:off x="203200" y="72989"/>
            <a:ext cx="3119120" cy="612374"/>
          </a:xfrm>
          <a:prstGeom prst="rect">
            <a:avLst/>
          </a:prstGeom>
        </p:spPr>
      </p:pic>
      <p:sp>
        <p:nvSpPr>
          <p:cNvPr id="19" name="Rectangle 18"/>
          <p:cNvSpPr/>
          <p:nvPr userDrawn="1"/>
        </p:nvSpPr>
        <p:spPr>
          <a:xfrm>
            <a:off x="203200" y="6007261"/>
            <a:ext cx="11195728" cy="3935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Freeform 12"/>
          <p:cNvSpPr/>
          <p:nvPr userDrawn="1"/>
        </p:nvSpPr>
        <p:spPr bwMode="gray">
          <a:xfrm flipH="1">
            <a:off x="0" y="1180618"/>
            <a:ext cx="5944496" cy="4649469"/>
          </a:xfrm>
          <a:custGeom>
            <a:avLst/>
            <a:gdLst>
              <a:gd name="connsiteX0" fmla="*/ 1209872 w 6187440"/>
              <a:gd name="connsiteY0" fmla="*/ 0 h 4839487"/>
              <a:gd name="connsiteX1" fmla="*/ 6187440 w 6187440"/>
              <a:gd name="connsiteY1" fmla="*/ 0 h 4839487"/>
              <a:gd name="connsiteX2" fmla="*/ 6187440 w 6187440"/>
              <a:gd name="connsiteY2" fmla="*/ 4839487 h 4839487"/>
              <a:gd name="connsiteX3" fmla="*/ 0 w 6187440"/>
              <a:gd name="connsiteY3" fmla="*/ 4839487 h 4839487"/>
            </a:gdLst>
            <a:ahLst/>
            <a:cxnLst>
              <a:cxn ang="0">
                <a:pos x="connsiteX0" y="connsiteY0"/>
              </a:cxn>
              <a:cxn ang="0">
                <a:pos x="connsiteX1" y="connsiteY1"/>
              </a:cxn>
              <a:cxn ang="0">
                <a:pos x="connsiteX2" y="connsiteY2"/>
              </a:cxn>
              <a:cxn ang="0">
                <a:pos x="connsiteX3" y="connsiteY3"/>
              </a:cxn>
            </a:cxnLst>
            <a:rect l="l" t="t" r="r" b="b"/>
            <a:pathLst>
              <a:path w="6187440" h="4839487">
                <a:moveTo>
                  <a:pt x="1209872" y="0"/>
                </a:moveTo>
                <a:lnTo>
                  <a:pt x="6187440" y="0"/>
                </a:lnTo>
                <a:lnTo>
                  <a:pt x="6187440" y="4839487"/>
                </a:lnTo>
                <a:lnTo>
                  <a:pt x="0" y="483948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Parallelogram 15"/>
          <p:cNvSpPr/>
          <p:nvPr userDrawn="1"/>
        </p:nvSpPr>
        <p:spPr>
          <a:xfrm flipH="1">
            <a:off x="4982140" y="1945557"/>
            <a:ext cx="973931" cy="2929573"/>
          </a:xfrm>
          <a:prstGeom prst="parallelogram">
            <a:avLst>
              <a:gd name="adj" fmla="val 7408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20B4CCCD-27A9-874E-AA29-C68B1F8FC7FF}"/>
              </a:ext>
            </a:extLst>
          </p:cNvPr>
          <p:cNvSpPr>
            <a:spLocks noGrp="1"/>
          </p:cNvSpPr>
          <p:nvPr userDrawn="1">
            <p:ph type="ctrTitle"/>
          </p:nvPr>
        </p:nvSpPr>
        <p:spPr bwMode="gray">
          <a:xfrm>
            <a:off x="359411" y="2164173"/>
            <a:ext cx="4724400" cy="1893252"/>
          </a:xfrm>
        </p:spPr>
        <p:txBody>
          <a:bodyPr anchor="b">
            <a:normAutofit/>
          </a:bodyPr>
          <a:lstStyle>
            <a:lvl1pPr algn="l">
              <a:defRPr sz="4000">
                <a:solidFill>
                  <a:srgbClr val="002060"/>
                </a:solidFill>
                <a:latin typeface="+mn-lt"/>
              </a:defRPr>
            </a:lvl1pPr>
          </a:lstStyle>
          <a:p>
            <a:r>
              <a:rPr lang="en-US"/>
              <a:t>Click to edit Master title style</a:t>
            </a:r>
          </a:p>
        </p:txBody>
      </p:sp>
      <p:sp>
        <p:nvSpPr>
          <p:cNvPr id="3" name="Subtitle 2">
            <a:extLst>
              <a:ext uri="{FF2B5EF4-FFF2-40B4-BE49-F238E27FC236}">
                <a16:creationId xmlns:a16="http://schemas.microsoft.com/office/drawing/2014/main" id="{B3549CA0-BCBE-534A-A649-EB08B1C6BFEC}"/>
              </a:ext>
            </a:extLst>
          </p:cNvPr>
          <p:cNvSpPr>
            <a:spLocks noGrp="1"/>
          </p:cNvSpPr>
          <p:nvPr userDrawn="1">
            <p:ph type="subTitle" idx="1"/>
          </p:nvPr>
        </p:nvSpPr>
        <p:spPr bwMode="gray">
          <a:xfrm>
            <a:off x="359411" y="4405182"/>
            <a:ext cx="4724400" cy="332399"/>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Parallelogram 17"/>
          <p:cNvSpPr/>
          <p:nvPr userDrawn="1"/>
        </p:nvSpPr>
        <p:spPr>
          <a:xfrm flipH="1">
            <a:off x="5127507" y="2072640"/>
            <a:ext cx="889434" cy="2675406"/>
          </a:xfrm>
          <a:prstGeom prst="parallelogram">
            <a:avLst>
              <a:gd name="adj" fmla="val 7408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76096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AC233-40C0-3242-AF16-F0072A21BF17}"/>
              </a:ext>
            </a:extLst>
          </p:cNvPr>
          <p:cNvSpPr>
            <a:spLocks noGrp="1"/>
          </p:cNvSpPr>
          <p:nvPr>
            <p:ph type="title"/>
          </p:nvPr>
        </p:nvSpPr>
        <p:spPr>
          <a:xfrm>
            <a:off x="445882" y="195985"/>
            <a:ext cx="11300236" cy="714306"/>
          </a:xfrm>
        </p:spPr>
        <p:txBody>
          <a:bodyPr>
            <a:normAutofit/>
          </a:bodyPr>
          <a:lstStyle>
            <a:lvl1pPr>
              <a:defRPr sz="3500">
                <a:solidFill>
                  <a:srgbClr val="0020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913200-A1A8-084B-93A1-73B8FAB78379}"/>
              </a:ext>
            </a:extLst>
          </p:cNvPr>
          <p:cNvSpPr>
            <a:spLocks noGrp="1"/>
          </p:cNvSpPr>
          <p:nvPr>
            <p:ph idx="1"/>
          </p:nvPr>
        </p:nvSpPr>
        <p:spPr>
          <a:xfrm>
            <a:off x="465667" y="1134710"/>
            <a:ext cx="11300236" cy="4751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8FCEE418-9FFE-C245-86D4-89ED8F8E7927}"/>
              </a:ext>
            </a:extLst>
          </p:cNvPr>
          <p:cNvSpPr>
            <a:spLocks noGrp="1"/>
          </p:cNvSpPr>
          <p:nvPr>
            <p:ph type="ftr" sz="quarter" idx="3"/>
          </p:nvPr>
        </p:nvSpPr>
        <p:spPr>
          <a:xfrm>
            <a:off x="465667" y="6357327"/>
            <a:ext cx="4114800" cy="184666"/>
          </a:xfrm>
          <a:prstGeom prst="rect">
            <a:avLst/>
          </a:prstGeom>
        </p:spPr>
        <p:txBody>
          <a:bodyPr vert="horz" lIns="0" tIns="0" rIns="0" bIns="0" rtlCol="0" anchor="t" anchorCtr="0">
            <a:spAutoFit/>
          </a:bodyPr>
          <a:lstStyle>
            <a:lvl1pPr algn="l">
              <a:defRPr sz="1200" b="0">
                <a:solidFill>
                  <a:schemeClr val="accent2"/>
                </a:solidFill>
                <a:latin typeface="+mn-lt"/>
              </a:defRPr>
            </a:lvl1pPr>
          </a:lstStyle>
          <a:p>
            <a:endParaRPr lang="en-US"/>
          </a:p>
        </p:txBody>
      </p:sp>
      <p:sp>
        <p:nvSpPr>
          <p:cNvPr id="5" name="Slide Number Placeholder 5">
            <a:extLst>
              <a:ext uri="{FF2B5EF4-FFF2-40B4-BE49-F238E27FC236}">
                <a16:creationId xmlns:a16="http://schemas.microsoft.com/office/drawing/2014/main" id="{BB58FFA3-C8F7-BB49-9D2C-D08852CF15DD}"/>
              </a:ext>
            </a:extLst>
          </p:cNvPr>
          <p:cNvSpPr>
            <a:spLocks noGrp="1"/>
          </p:cNvSpPr>
          <p:nvPr>
            <p:ph type="sldNum" sz="quarter" idx="4"/>
          </p:nvPr>
        </p:nvSpPr>
        <p:spPr>
          <a:xfrm>
            <a:off x="10562252" y="6357327"/>
            <a:ext cx="251927" cy="184666"/>
          </a:xfrm>
          <a:prstGeom prst="rect">
            <a:avLst/>
          </a:prstGeom>
        </p:spPr>
        <p:txBody>
          <a:bodyPr vert="horz" wrap="square" lIns="0" tIns="0" rIns="0" bIns="0" rtlCol="0" anchor="t" anchorCtr="0">
            <a:spAutoFit/>
          </a:bodyPr>
          <a:lstStyle>
            <a:lvl1pPr algn="r">
              <a:defRPr lang="en-US" sz="1200" b="0" smtClean="0">
                <a:solidFill>
                  <a:schemeClr val="accent2"/>
                </a:solidFill>
              </a:defRPr>
            </a:lvl1pPr>
          </a:lstStyle>
          <a:p>
            <a:fld id="{274CC3B9-6596-1243-9665-72A444B9047F}" type="slidenum">
              <a:rPr lang="en-CA" smtClean="0"/>
              <a:pPr/>
              <a:t>‹#›</a:t>
            </a:fld>
            <a:endParaRPr lang="en-CA"/>
          </a:p>
        </p:txBody>
      </p:sp>
      <p:pic>
        <p:nvPicPr>
          <p:cNvPr id="8" name="Picture 7" descr="A black background with orange and blue text&#10;&#10;Description automatically generated">
            <a:extLst>
              <a:ext uri="{FF2B5EF4-FFF2-40B4-BE49-F238E27FC236}">
                <a16:creationId xmlns:a16="http://schemas.microsoft.com/office/drawing/2014/main" id="{31990838-3A7D-B653-CB94-14CD621D2CB0}"/>
              </a:ext>
            </a:extLst>
          </p:cNvPr>
          <p:cNvPicPr>
            <a:picLocks noChangeAspect="1"/>
          </p:cNvPicPr>
          <p:nvPr userDrawn="1"/>
        </p:nvPicPr>
        <p:blipFill rotWithShape="1">
          <a:blip r:embed="rId2">
            <a:alphaModFix amt="67000"/>
          </a:blip>
          <a:srcRect l="21591" t="42382" r="22726" b="43071"/>
          <a:stretch/>
        </p:blipFill>
        <p:spPr>
          <a:xfrm>
            <a:off x="10535365" y="65383"/>
            <a:ext cx="1656635" cy="324565"/>
          </a:xfrm>
          <a:prstGeom prst="rect">
            <a:avLst/>
          </a:prstGeom>
        </p:spPr>
      </p:pic>
      <p:cxnSp>
        <p:nvCxnSpPr>
          <p:cNvPr id="10" name="Straight Connector 9">
            <a:extLst>
              <a:ext uri="{FF2B5EF4-FFF2-40B4-BE49-F238E27FC236}">
                <a16:creationId xmlns:a16="http://schemas.microsoft.com/office/drawing/2014/main" id="{430E69FB-7722-AEB7-F5CC-F07034FDC5FD}"/>
              </a:ext>
            </a:extLst>
          </p:cNvPr>
          <p:cNvCxnSpPr>
            <a:cxnSpLocks/>
          </p:cNvCxnSpPr>
          <p:nvPr userDrawn="1"/>
        </p:nvCxnSpPr>
        <p:spPr>
          <a:xfrm>
            <a:off x="445882" y="906182"/>
            <a:ext cx="10898015" cy="0"/>
          </a:xfrm>
          <a:prstGeom prst="line">
            <a:avLst/>
          </a:prstGeom>
          <a:ln>
            <a:solidFill>
              <a:srgbClr val="F18A31">
                <a:alpha val="72000"/>
              </a:srgbClr>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373276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6D3AFC27-AD7F-1A46-A6F9-2C9507026F9D}" type="datetime1">
              <a:rPr lang="en-US" smtClean="0"/>
              <a:t>11/4/2025</a:t>
            </a:fld>
            <a:endParaRPr lang="en-US"/>
          </a:p>
        </p:txBody>
      </p:sp>
      <p:pic>
        <p:nvPicPr>
          <p:cNvPr id="32" name="Picture 31">
            <a:extLst>
              <a:ext uri="{FF2B5EF4-FFF2-40B4-BE49-F238E27FC236}">
                <a16:creationId xmlns:a16="http://schemas.microsoft.com/office/drawing/2014/main" id="{AB64086E-D480-C64D-8011-1ACDE93C9D6D}"/>
              </a:ext>
            </a:extLst>
          </p:cNvPr>
          <p:cNvPicPr>
            <a:picLocks noChangeAspect="1"/>
          </p:cNvPicPr>
          <p:nvPr userDrawn="1"/>
        </p:nvPicPr>
        <p:blipFill>
          <a:blip r:embed="rId2">
            <a:alphaModFix amt="89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57F1E4F-1CFF-5643-939E-217C01CDF565}" type="slidenum">
              <a:rPr lang="en-US"/>
              <a:pPr/>
              <a:t>‹#›</a:t>
            </a:fld>
            <a:endParaRPr lang="en-US"/>
          </a:p>
        </p:txBody>
      </p:sp>
      <p:sp>
        <p:nvSpPr>
          <p:cNvPr id="29" name="Flowchart: Process 28"/>
          <p:cNvSpPr/>
          <p:nvPr userDrawn="1"/>
        </p:nvSpPr>
        <p:spPr>
          <a:xfrm>
            <a:off x="476250" y="462024"/>
            <a:ext cx="6381912" cy="593395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16 h 10016"/>
              <a:gd name="connsiteX1" fmla="*/ 9415 w 10000"/>
              <a:gd name="connsiteY1" fmla="*/ 0 h 10016"/>
              <a:gd name="connsiteX2" fmla="*/ 10000 w 10000"/>
              <a:gd name="connsiteY2" fmla="*/ 10016 h 10016"/>
              <a:gd name="connsiteX3" fmla="*/ 0 w 10000"/>
              <a:gd name="connsiteY3" fmla="*/ 10016 h 10016"/>
              <a:gd name="connsiteX4" fmla="*/ 0 w 10000"/>
              <a:gd name="connsiteY4" fmla="*/ 16 h 10016"/>
              <a:gd name="connsiteX0" fmla="*/ 0 w 10000"/>
              <a:gd name="connsiteY0" fmla="*/ 16 h 10016"/>
              <a:gd name="connsiteX1" fmla="*/ 9415 w 10000"/>
              <a:gd name="connsiteY1" fmla="*/ 0 h 10016"/>
              <a:gd name="connsiteX2" fmla="*/ 9740 w 10000"/>
              <a:gd name="connsiteY2" fmla="*/ 5596 h 10016"/>
              <a:gd name="connsiteX3" fmla="*/ 10000 w 10000"/>
              <a:gd name="connsiteY3" fmla="*/ 10016 h 10016"/>
              <a:gd name="connsiteX4" fmla="*/ 0 w 10000"/>
              <a:gd name="connsiteY4" fmla="*/ 10016 h 10016"/>
              <a:gd name="connsiteX5" fmla="*/ 0 w 10000"/>
              <a:gd name="connsiteY5" fmla="*/ 16 h 10016"/>
              <a:gd name="connsiteX0" fmla="*/ 0 w 9750"/>
              <a:gd name="connsiteY0" fmla="*/ 16 h 10032"/>
              <a:gd name="connsiteX1" fmla="*/ 9415 w 9750"/>
              <a:gd name="connsiteY1" fmla="*/ 0 h 10032"/>
              <a:gd name="connsiteX2" fmla="*/ 9740 w 9750"/>
              <a:gd name="connsiteY2" fmla="*/ 5596 h 10032"/>
              <a:gd name="connsiteX3" fmla="*/ 9423 w 9750"/>
              <a:gd name="connsiteY3" fmla="*/ 10032 h 10032"/>
              <a:gd name="connsiteX4" fmla="*/ 0 w 9750"/>
              <a:gd name="connsiteY4" fmla="*/ 10016 h 10032"/>
              <a:gd name="connsiteX5" fmla="*/ 0 w 9750"/>
              <a:gd name="connsiteY5" fmla="*/ 16 h 10032"/>
              <a:gd name="connsiteX0" fmla="*/ 0 w 10010"/>
              <a:gd name="connsiteY0" fmla="*/ 16 h 10000"/>
              <a:gd name="connsiteX1" fmla="*/ 9656 w 10010"/>
              <a:gd name="connsiteY1" fmla="*/ 0 h 10000"/>
              <a:gd name="connsiteX2" fmla="*/ 9990 w 10010"/>
              <a:gd name="connsiteY2" fmla="*/ 5578 h 10000"/>
              <a:gd name="connsiteX3" fmla="*/ 9665 w 10010"/>
              <a:gd name="connsiteY3" fmla="*/ 10000 h 10000"/>
              <a:gd name="connsiteX4" fmla="*/ 0 w 10010"/>
              <a:gd name="connsiteY4" fmla="*/ 9984 h 10000"/>
              <a:gd name="connsiteX5" fmla="*/ 0 w 10010"/>
              <a:gd name="connsiteY5" fmla="*/ 16 h 10000"/>
              <a:gd name="connsiteX0" fmla="*/ 0 w 10004"/>
              <a:gd name="connsiteY0" fmla="*/ 16 h 10000"/>
              <a:gd name="connsiteX1" fmla="*/ 9656 w 10004"/>
              <a:gd name="connsiteY1" fmla="*/ 0 h 10000"/>
              <a:gd name="connsiteX2" fmla="*/ 9990 w 10004"/>
              <a:gd name="connsiteY2" fmla="*/ 5578 h 10000"/>
              <a:gd name="connsiteX3" fmla="*/ 9665 w 10004"/>
              <a:gd name="connsiteY3" fmla="*/ 10000 h 10000"/>
              <a:gd name="connsiteX4" fmla="*/ 0 w 10004"/>
              <a:gd name="connsiteY4" fmla="*/ 9984 h 10000"/>
              <a:gd name="connsiteX5" fmla="*/ 0 w 10004"/>
              <a:gd name="connsiteY5" fmla="*/ 16 h 10000"/>
              <a:gd name="connsiteX0" fmla="*/ 0 w 9838"/>
              <a:gd name="connsiteY0" fmla="*/ 16 h 10000"/>
              <a:gd name="connsiteX1" fmla="*/ 9656 w 9838"/>
              <a:gd name="connsiteY1" fmla="*/ 0 h 10000"/>
              <a:gd name="connsiteX2" fmla="*/ 9815 w 9838"/>
              <a:gd name="connsiteY2" fmla="*/ 5498 h 10000"/>
              <a:gd name="connsiteX3" fmla="*/ 9665 w 9838"/>
              <a:gd name="connsiteY3" fmla="*/ 10000 h 10000"/>
              <a:gd name="connsiteX4" fmla="*/ 0 w 9838"/>
              <a:gd name="connsiteY4" fmla="*/ 9984 h 10000"/>
              <a:gd name="connsiteX5" fmla="*/ 0 w 9838"/>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9992"/>
              <a:gd name="connsiteY0" fmla="*/ 16 h 10000"/>
              <a:gd name="connsiteX1" fmla="*/ 9636 w 9992"/>
              <a:gd name="connsiteY1" fmla="*/ 0 h 10000"/>
              <a:gd name="connsiteX2" fmla="*/ 9977 w 9992"/>
              <a:gd name="connsiteY2" fmla="*/ 5498 h 10000"/>
              <a:gd name="connsiteX3" fmla="*/ 9824 w 9992"/>
              <a:gd name="connsiteY3" fmla="*/ 10000 h 10000"/>
              <a:gd name="connsiteX4" fmla="*/ 0 w 9992"/>
              <a:gd name="connsiteY4" fmla="*/ 9984 h 10000"/>
              <a:gd name="connsiteX5" fmla="*/ 0 w 9992"/>
              <a:gd name="connsiteY5" fmla="*/ 1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 h="10000">
                <a:moveTo>
                  <a:pt x="0" y="16"/>
                </a:moveTo>
                <a:lnTo>
                  <a:pt x="9636" y="0"/>
                </a:lnTo>
                <a:cubicBezTo>
                  <a:pt x="9749" y="1859"/>
                  <a:pt x="10067" y="3527"/>
                  <a:pt x="9977" y="5498"/>
                </a:cubicBezTo>
                <a:cubicBezTo>
                  <a:pt x="9982" y="6950"/>
                  <a:pt x="9877" y="8532"/>
                  <a:pt x="9824" y="10000"/>
                </a:cubicBezTo>
                <a:lnTo>
                  <a:pt x="0" y="9984"/>
                </a:lnTo>
                <a:lnTo>
                  <a:pt x="0" y="16"/>
                </a:lnTo>
                <a:close/>
              </a:path>
            </a:pathLst>
          </a:custGeom>
          <a:solidFill>
            <a:srgbClr val="F4792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Freeform 5"/>
          <p:cNvSpPr/>
          <p:nvPr userDrawn="1"/>
        </p:nvSpPr>
        <p:spPr bwMode="gray">
          <a:xfrm rot="16200000">
            <a:off x="3747181" y="3268820"/>
            <a:ext cx="6053670" cy="320359"/>
          </a:xfrm>
          <a:custGeom>
            <a:avLst/>
            <a:gdLst>
              <a:gd name="connsiteX0" fmla="*/ 0 w 10000"/>
              <a:gd name="connsiteY0" fmla="*/ 0 h 9963"/>
              <a:gd name="connsiteX1" fmla="*/ 0 w 10000"/>
              <a:gd name="connsiteY1" fmla="*/ 9963 h 9963"/>
              <a:gd name="connsiteX2" fmla="*/ 10000 w 10000"/>
              <a:gd name="connsiteY2" fmla="*/ 5824 h 9963"/>
              <a:gd name="connsiteX3" fmla="*/ 10000 w 10000"/>
              <a:gd name="connsiteY3" fmla="*/ 9 h 9963"/>
              <a:gd name="connsiteX4" fmla="*/ 10000 w 10000"/>
              <a:gd name="connsiteY4" fmla="*/ 9 h 9963"/>
              <a:gd name="connsiteX5" fmla="*/ 9773 w 10000"/>
              <a:gd name="connsiteY5" fmla="*/ 195 h 9963"/>
              <a:gd name="connsiteX6" fmla="*/ 9547 w 10000"/>
              <a:gd name="connsiteY6" fmla="*/ 373 h 9963"/>
              <a:gd name="connsiteX7" fmla="*/ 9320 w 10000"/>
              <a:gd name="connsiteY7" fmla="*/ 546 h 9963"/>
              <a:gd name="connsiteX8" fmla="*/ 9092 w 10000"/>
              <a:gd name="connsiteY8" fmla="*/ 695 h 9963"/>
              <a:gd name="connsiteX9" fmla="*/ 8865 w 10000"/>
              <a:gd name="connsiteY9" fmla="*/ 845 h 9963"/>
              <a:gd name="connsiteX10" fmla="*/ 8637 w 10000"/>
              <a:gd name="connsiteY10" fmla="*/ 985 h 9963"/>
              <a:gd name="connsiteX11" fmla="*/ 8412 w 10000"/>
              <a:gd name="connsiteY11" fmla="*/ 1105 h 9963"/>
              <a:gd name="connsiteX12" fmla="*/ 8184 w 10000"/>
              <a:gd name="connsiteY12" fmla="*/ 1219 h 9963"/>
              <a:gd name="connsiteX13" fmla="*/ 7957 w 10000"/>
              <a:gd name="connsiteY13" fmla="*/ 1323 h 9963"/>
              <a:gd name="connsiteX14" fmla="*/ 7734 w 10000"/>
              <a:gd name="connsiteY14" fmla="*/ 1413 h 9963"/>
              <a:gd name="connsiteX15" fmla="*/ 7508 w 10000"/>
              <a:gd name="connsiteY15" fmla="*/ 1503 h 9963"/>
              <a:gd name="connsiteX16" fmla="*/ 7285 w 10000"/>
              <a:gd name="connsiteY16" fmla="*/ 1578 h 9963"/>
              <a:gd name="connsiteX17" fmla="*/ 7062 w 10000"/>
              <a:gd name="connsiteY17" fmla="*/ 1636 h 9963"/>
              <a:gd name="connsiteX18" fmla="*/ 6840 w 10000"/>
              <a:gd name="connsiteY18" fmla="*/ 1698 h 9963"/>
              <a:gd name="connsiteX19" fmla="*/ 6620 w 10000"/>
              <a:gd name="connsiteY19" fmla="*/ 1749 h 9963"/>
              <a:gd name="connsiteX20" fmla="*/ 6402 w 10000"/>
              <a:gd name="connsiteY20" fmla="*/ 1785 h 9963"/>
              <a:gd name="connsiteX21" fmla="*/ 6184 w 10000"/>
              <a:gd name="connsiteY21" fmla="*/ 1816 h 9963"/>
              <a:gd name="connsiteX22" fmla="*/ 5968 w 10000"/>
              <a:gd name="connsiteY22" fmla="*/ 1846 h 9963"/>
              <a:gd name="connsiteX23" fmla="*/ 5755 w 10000"/>
              <a:gd name="connsiteY23" fmla="*/ 1860 h 9963"/>
              <a:gd name="connsiteX24" fmla="*/ 5542 w 10000"/>
              <a:gd name="connsiteY24" fmla="*/ 1875 h 9963"/>
              <a:gd name="connsiteX25" fmla="*/ 5332 w 10000"/>
              <a:gd name="connsiteY25" fmla="*/ 1883 h 9963"/>
              <a:gd name="connsiteX26" fmla="*/ 5124 w 10000"/>
              <a:gd name="connsiteY26" fmla="*/ 1875 h 9963"/>
              <a:gd name="connsiteX27" fmla="*/ 4918 w 10000"/>
              <a:gd name="connsiteY27" fmla="*/ 1875 h 9963"/>
              <a:gd name="connsiteX28" fmla="*/ 4714 w 10000"/>
              <a:gd name="connsiteY28" fmla="*/ 1860 h 9963"/>
              <a:gd name="connsiteX29" fmla="*/ 4514 w 10000"/>
              <a:gd name="connsiteY29" fmla="*/ 1838 h 9963"/>
              <a:gd name="connsiteX30" fmla="*/ 4316 w 10000"/>
              <a:gd name="connsiteY30" fmla="*/ 1816 h 9963"/>
              <a:gd name="connsiteX31" fmla="*/ 4122 w 10000"/>
              <a:gd name="connsiteY31" fmla="*/ 1793 h 9963"/>
              <a:gd name="connsiteX32" fmla="*/ 3929 w 10000"/>
              <a:gd name="connsiteY32" fmla="*/ 1756 h 9963"/>
              <a:gd name="connsiteX33" fmla="*/ 3739 w 10000"/>
              <a:gd name="connsiteY33" fmla="*/ 1718 h 9963"/>
              <a:gd name="connsiteX34" fmla="*/ 3553 w 10000"/>
              <a:gd name="connsiteY34" fmla="*/ 1683 h 9963"/>
              <a:gd name="connsiteX35" fmla="*/ 3190 w 10000"/>
              <a:gd name="connsiteY35" fmla="*/ 1584 h 9963"/>
              <a:gd name="connsiteX36" fmla="*/ 2842 w 10000"/>
              <a:gd name="connsiteY36" fmla="*/ 1479 h 9963"/>
              <a:gd name="connsiteX37" fmla="*/ 2508 w 10000"/>
              <a:gd name="connsiteY37" fmla="*/ 1369 h 9963"/>
              <a:gd name="connsiteX38" fmla="*/ 2192 w 10000"/>
              <a:gd name="connsiteY38" fmla="*/ 1248 h 9963"/>
              <a:gd name="connsiteX39" fmla="*/ 1890 w 10000"/>
              <a:gd name="connsiteY39" fmla="*/ 1121 h 9963"/>
              <a:gd name="connsiteX40" fmla="*/ 1610 w 10000"/>
              <a:gd name="connsiteY40" fmla="*/ 985 h 9963"/>
              <a:gd name="connsiteX41" fmla="*/ 1347 w 10000"/>
              <a:gd name="connsiteY41" fmla="*/ 851 h 9963"/>
              <a:gd name="connsiteX42" fmla="*/ 1105 w 10000"/>
              <a:gd name="connsiteY42" fmla="*/ 718 h 9963"/>
              <a:gd name="connsiteX43" fmla="*/ 883 w 10000"/>
              <a:gd name="connsiteY43" fmla="*/ 591 h 9963"/>
              <a:gd name="connsiteX44" fmla="*/ 686 w 10000"/>
              <a:gd name="connsiteY44" fmla="*/ 471 h 9963"/>
              <a:gd name="connsiteX45" fmla="*/ 508 w 10000"/>
              <a:gd name="connsiteY45" fmla="*/ 358 h 9963"/>
              <a:gd name="connsiteX46" fmla="*/ 358 w 10000"/>
              <a:gd name="connsiteY46" fmla="*/ 263 h 9963"/>
              <a:gd name="connsiteX47" fmla="*/ 232 w 10000"/>
              <a:gd name="connsiteY47" fmla="*/ 173 h 9963"/>
              <a:gd name="connsiteX48" fmla="*/ 59 w 10000"/>
              <a:gd name="connsiteY48" fmla="*/ 44 h 9963"/>
              <a:gd name="connsiteX49" fmla="*/ 0 w 10000"/>
              <a:gd name="connsiteY49" fmla="*/ 0 h 9963"/>
              <a:gd name="connsiteX50" fmla="*/ 0 w 10000"/>
              <a:gd name="connsiteY50" fmla="*/ 0 h 9963"/>
              <a:gd name="connsiteX0" fmla="*/ 0 w 10000"/>
              <a:gd name="connsiteY0" fmla="*/ 0 h 5961"/>
              <a:gd name="connsiteX1" fmla="*/ 16 w 10000"/>
              <a:gd name="connsiteY1" fmla="*/ 5961 h 5961"/>
              <a:gd name="connsiteX2" fmla="*/ 10000 w 10000"/>
              <a:gd name="connsiteY2" fmla="*/ 5846 h 5961"/>
              <a:gd name="connsiteX3" fmla="*/ 10000 w 10000"/>
              <a:gd name="connsiteY3" fmla="*/ 9 h 5961"/>
              <a:gd name="connsiteX4" fmla="*/ 10000 w 10000"/>
              <a:gd name="connsiteY4" fmla="*/ 9 h 5961"/>
              <a:gd name="connsiteX5" fmla="*/ 9773 w 10000"/>
              <a:gd name="connsiteY5" fmla="*/ 196 h 5961"/>
              <a:gd name="connsiteX6" fmla="*/ 9547 w 10000"/>
              <a:gd name="connsiteY6" fmla="*/ 374 h 5961"/>
              <a:gd name="connsiteX7" fmla="*/ 9320 w 10000"/>
              <a:gd name="connsiteY7" fmla="*/ 548 h 5961"/>
              <a:gd name="connsiteX8" fmla="*/ 9092 w 10000"/>
              <a:gd name="connsiteY8" fmla="*/ 698 h 5961"/>
              <a:gd name="connsiteX9" fmla="*/ 8865 w 10000"/>
              <a:gd name="connsiteY9" fmla="*/ 848 h 5961"/>
              <a:gd name="connsiteX10" fmla="*/ 8637 w 10000"/>
              <a:gd name="connsiteY10" fmla="*/ 989 h 5961"/>
              <a:gd name="connsiteX11" fmla="*/ 8412 w 10000"/>
              <a:gd name="connsiteY11" fmla="*/ 1109 h 5961"/>
              <a:gd name="connsiteX12" fmla="*/ 8184 w 10000"/>
              <a:gd name="connsiteY12" fmla="*/ 1224 h 5961"/>
              <a:gd name="connsiteX13" fmla="*/ 7957 w 10000"/>
              <a:gd name="connsiteY13" fmla="*/ 1328 h 5961"/>
              <a:gd name="connsiteX14" fmla="*/ 7734 w 10000"/>
              <a:gd name="connsiteY14" fmla="*/ 1418 h 5961"/>
              <a:gd name="connsiteX15" fmla="*/ 7508 w 10000"/>
              <a:gd name="connsiteY15" fmla="*/ 1509 h 5961"/>
              <a:gd name="connsiteX16" fmla="*/ 7285 w 10000"/>
              <a:gd name="connsiteY16" fmla="*/ 1584 h 5961"/>
              <a:gd name="connsiteX17" fmla="*/ 7062 w 10000"/>
              <a:gd name="connsiteY17" fmla="*/ 1642 h 5961"/>
              <a:gd name="connsiteX18" fmla="*/ 6840 w 10000"/>
              <a:gd name="connsiteY18" fmla="*/ 1704 h 5961"/>
              <a:gd name="connsiteX19" fmla="*/ 6620 w 10000"/>
              <a:gd name="connsiteY19" fmla="*/ 1755 h 5961"/>
              <a:gd name="connsiteX20" fmla="*/ 6402 w 10000"/>
              <a:gd name="connsiteY20" fmla="*/ 1792 h 5961"/>
              <a:gd name="connsiteX21" fmla="*/ 6184 w 10000"/>
              <a:gd name="connsiteY21" fmla="*/ 1823 h 5961"/>
              <a:gd name="connsiteX22" fmla="*/ 5968 w 10000"/>
              <a:gd name="connsiteY22" fmla="*/ 1853 h 5961"/>
              <a:gd name="connsiteX23" fmla="*/ 5755 w 10000"/>
              <a:gd name="connsiteY23" fmla="*/ 1867 h 5961"/>
              <a:gd name="connsiteX24" fmla="*/ 5542 w 10000"/>
              <a:gd name="connsiteY24" fmla="*/ 1882 h 5961"/>
              <a:gd name="connsiteX25" fmla="*/ 5332 w 10000"/>
              <a:gd name="connsiteY25" fmla="*/ 1890 h 5961"/>
              <a:gd name="connsiteX26" fmla="*/ 5124 w 10000"/>
              <a:gd name="connsiteY26" fmla="*/ 1882 h 5961"/>
              <a:gd name="connsiteX27" fmla="*/ 4918 w 10000"/>
              <a:gd name="connsiteY27" fmla="*/ 1882 h 5961"/>
              <a:gd name="connsiteX28" fmla="*/ 4714 w 10000"/>
              <a:gd name="connsiteY28" fmla="*/ 1867 h 5961"/>
              <a:gd name="connsiteX29" fmla="*/ 4514 w 10000"/>
              <a:gd name="connsiteY29" fmla="*/ 1845 h 5961"/>
              <a:gd name="connsiteX30" fmla="*/ 4316 w 10000"/>
              <a:gd name="connsiteY30" fmla="*/ 1823 h 5961"/>
              <a:gd name="connsiteX31" fmla="*/ 4122 w 10000"/>
              <a:gd name="connsiteY31" fmla="*/ 1800 h 5961"/>
              <a:gd name="connsiteX32" fmla="*/ 3929 w 10000"/>
              <a:gd name="connsiteY32" fmla="*/ 1763 h 5961"/>
              <a:gd name="connsiteX33" fmla="*/ 3739 w 10000"/>
              <a:gd name="connsiteY33" fmla="*/ 1724 h 5961"/>
              <a:gd name="connsiteX34" fmla="*/ 3553 w 10000"/>
              <a:gd name="connsiteY34" fmla="*/ 1689 h 5961"/>
              <a:gd name="connsiteX35" fmla="*/ 3190 w 10000"/>
              <a:gd name="connsiteY35" fmla="*/ 1590 h 5961"/>
              <a:gd name="connsiteX36" fmla="*/ 2842 w 10000"/>
              <a:gd name="connsiteY36" fmla="*/ 1484 h 5961"/>
              <a:gd name="connsiteX37" fmla="*/ 2508 w 10000"/>
              <a:gd name="connsiteY37" fmla="*/ 1374 h 5961"/>
              <a:gd name="connsiteX38" fmla="*/ 2192 w 10000"/>
              <a:gd name="connsiteY38" fmla="*/ 1253 h 5961"/>
              <a:gd name="connsiteX39" fmla="*/ 1890 w 10000"/>
              <a:gd name="connsiteY39" fmla="*/ 1125 h 5961"/>
              <a:gd name="connsiteX40" fmla="*/ 1610 w 10000"/>
              <a:gd name="connsiteY40" fmla="*/ 989 h 5961"/>
              <a:gd name="connsiteX41" fmla="*/ 1347 w 10000"/>
              <a:gd name="connsiteY41" fmla="*/ 854 h 5961"/>
              <a:gd name="connsiteX42" fmla="*/ 1105 w 10000"/>
              <a:gd name="connsiteY42" fmla="*/ 721 h 5961"/>
              <a:gd name="connsiteX43" fmla="*/ 883 w 10000"/>
              <a:gd name="connsiteY43" fmla="*/ 593 h 5961"/>
              <a:gd name="connsiteX44" fmla="*/ 686 w 10000"/>
              <a:gd name="connsiteY44" fmla="*/ 473 h 5961"/>
              <a:gd name="connsiteX45" fmla="*/ 508 w 10000"/>
              <a:gd name="connsiteY45" fmla="*/ 359 h 5961"/>
              <a:gd name="connsiteX46" fmla="*/ 358 w 10000"/>
              <a:gd name="connsiteY46" fmla="*/ 264 h 5961"/>
              <a:gd name="connsiteX47" fmla="*/ 232 w 10000"/>
              <a:gd name="connsiteY47" fmla="*/ 174 h 5961"/>
              <a:gd name="connsiteX48" fmla="*/ 59 w 10000"/>
              <a:gd name="connsiteY48" fmla="*/ 44 h 5961"/>
              <a:gd name="connsiteX49" fmla="*/ 0 w 10000"/>
              <a:gd name="connsiteY49" fmla="*/ 0 h 5961"/>
              <a:gd name="connsiteX50" fmla="*/ 0 w 10000"/>
              <a:gd name="connsiteY50" fmla="*/ 0 h 5961"/>
              <a:gd name="connsiteX0" fmla="*/ 0 w 10000"/>
              <a:gd name="connsiteY0" fmla="*/ 0 h 10000"/>
              <a:gd name="connsiteX1" fmla="*/ 16 w 10000"/>
              <a:gd name="connsiteY1" fmla="*/ 10000 h 10000"/>
              <a:gd name="connsiteX2" fmla="*/ 9953 w 10000"/>
              <a:gd name="connsiteY2" fmla="*/ 1370 h 10000"/>
              <a:gd name="connsiteX3" fmla="*/ 10000 w 10000"/>
              <a:gd name="connsiteY3" fmla="*/ 15 h 10000"/>
              <a:gd name="connsiteX4" fmla="*/ 10000 w 10000"/>
              <a:gd name="connsiteY4" fmla="*/ 15 h 10000"/>
              <a:gd name="connsiteX5" fmla="*/ 9773 w 10000"/>
              <a:gd name="connsiteY5" fmla="*/ 329 h 10000"/>
              <a:gd name="connsiteX6" fmla="*/ 9547 w 10000"/>
              <a:gd name="connsiteY6" fmla="*/ 627 h 10000"/>
              <a:gd name="connsiteX7" fmla="*/ 9320 w 10000"/>
              <a:gd name="connsiteY7" fmla="*/ 919 h 10000"/>
              <a:gd name="connsiteX8" fmla="*/ 9092 w 10000"/>
              <a:gd name="connsiteY8" fmla="*/ 1171 h 10000"/>
              <a:gd name="connsiteX9" fmla="*/ 8865 w 10000"/>
              <a:gd name="connsiteY9" fmla="*/ 1423 h 10000"/>
              <a:gd name="connsiteX10" fmla="*/ 8637 w 10000"/>
              <a:gd name="connsiteY10" fmla="*/ 1659 h 10000"/>
              <a:gd name="connsiteX11" fmla="*/ 8412 w 10000"/>
              <a:gd name="connsiteY11" fmla="*/ 1860 h 10000"/>
              <a:gd name="connsiteX12" fmla="*/ 8184 w 10000"/>
              <a:gd name="connsiteY12" fmla="*/ 2053 h 10000"/>
              <a:gd name="connsiteX13" fmla="*/ 7957 w 10000"/>
              <a:gd name="connsiteY13" fmla="*/ 2228 h 10000"/>
              <a:gd name="connsiteX14" fmla="*/ 7734 w 10000"/>
              <a:gd name="connsiteY14" fmla="*/ 2379 h 10000"/>
              <a:gd name="connsiteX15" fmla="*/ 7508 w 10000"/>
              <a:gd name="connsiteY15" fmla="*/ 2531 h 10000"/>
              <a:gd name="connsiteX16" fmla="*/ 7285 w 10000"/>
              <a:gd name="connsiteY16" fmla="*/ 2657 h 10000"/>
              <a:gd name="connsiteX17" fmla="*/ 7062 w 10000"/>
              <a:gd name="connsiteY17" fmla="*/ 2755 h 10000"/>
              <a:gd name="connsiteX18" fmla="*/ 6840 w 10000"/>
              <a:gd name="connsiteY18" fmla="*/ 2859 h 10000"/>
              <a:gd name="connsiteX19" fmla="*/ 6620 w 10000"/>
              <a:gd name="connsiteY19" fmla="*/ 2944 h 10000"/>
              <a:gd name="connsiteX20" fmla="*/ 6402 w 10000"/>
              <a:gd name="connsiteY20" fmla="*/ 3006 h 10000"/>
              <a:gd name="connsiteX21" fmla="*/ 6184 w 10000"/>
              <a:gd name="connsiteY21" fmla="*/ 3058 h 10000"/>
              <a:gd name="connsiteX22" fmla="*/ 5968 w 10000"/>
              <a:gd name="connsiteY22" fmla="*/ 3109 h 10000"/>
              <a:gd name="connsiteX23" fmla="*/ 5755 w 10000"/>
              <a:gd name="connsiteY23" fmla="*/ 3132 h 10000"/>
              <a:gd name="connsiteX24" fmla="*/ 5542 w 10000"/>
              <a:gd name="connsiteY24" fmla="*/ 3157 h 10000"/>
              <a:gd name="connsiteX25" fmla="*/ 5332 w 10000"/>
              <a:gd name="connsiteY25" fmla="*/ 3171 h 10000"/>
              <a:gd name="connsiteX26" fmla="*/ 5124 w 10000"/>
              <a:gd name="connsiteY26" fmla="*/ 3157 h 10000"/>
              <a:gd name="connsiteX27" fmla="*/ 4918 w 10000"/>
              <a:gd name="connsiteY27" fmla="*/ 3157 h 10000"/>
              <a:gd name="connsiteX28" fmla="*/ 4714 w 10000"/>
              <a:gd name="connsiteY28" fmla="*/ 3132 h 10000"/>
              <a:gd name="connsiteX29" fmla="*/ 4514 w 10000"/>
              <a:gd name="connsiteY29" fmla="*/ 3095 h 10000"/>
              <a:gd name="connsiteX30" fmla="*/ 4316 w 10000"/>
              <a:gd name="connsiteY30" fmla="*/ 3058 h 10000"/>
              <a:gd name="connsiteX31" fmla="*/ 4122 w 10000"/>
              <a:gd name="connsiteY31" fmla="*/ 3020 h 10000"/>
              <a:gd name="connsiteX32" fmla="*/ 3929 w 10000"/>
              <a:gd name="connsiteY32" fmla="*/ 2958 h 10000"/>
              <a:gd name="connsiteX33" fmla="*/ 3739 w 10000"/>
              <a:gd name="connsiteY33" fmla="*/ 2892 h 10000"/>
              <a:gd name="connsiteX34" fmla="*/ 3553 w 10000"/>
              <a:gd name="connsiteY34" fmla="*/ 2833 h 10000"/>
              <a:gd name="connsiteX35" fmla="*/ 3190 w 10000"/>
              <a:gd name="connsiteY35" fmla="*/ 2667 h 10000"/>
              <a:gd name="connsiteX36" fmla="*/ 2842 w 10000"/>
              <a:gd name="connsiteY36" fmla="*/ 2490 h 10000"/>
              <a:gd name="connsiteX37" fmla="*/ 2508 w 10000"/>
              <a:gd name="connsiteY37" fmla="*/ 2305 h 10000"/>
              <a:gd name="connsiteX38" fmla="*/ 2192 w 10000"/>
              <a:gd name="connsiteY38" fmla="*/ 2102 h 10000"/>
              <a:gd name="connsiteX39" fmla="*/ 1890 w 10000"/>
              <a:gd name="connsiteY39" fmla="*/ 1887 h 10000"/>
              <a:gd name="connsiteX40" fmla="*/ 1610 w 10000"/>
              <a:gd name="connsiteY40" fmla="*/ 1659 h 10000"/>
              <a:gd name="connsiteX41" fmla="*/ 1347 w 10000"/>
              <a:gd name="connsiteY41" fmla="*/ 1433 h 10000"/>
              <a:gd name="connsiteX42" fmla="*/ 1105 w 10000"/>
              <a:gd name="connsiteY42" fmla="*/ 1210 h 10000"/>
              <a:gd name="connsiteX43" fmla="*/ 883 w 10000"/>
              <a:gd name="connsiteY43" fmla="*/ 995 h 10000"/>
              <a:gd name="connsiteX44" fmla="*/ 686 w 10000"/>
              <a:gd name="connsiteY44" fmla="*/ 793 h 10000"/>
              <a:gd name="connsiteX45" fmla="*/ 508 w 10000"/>
              <a:gd name="connsiteY45" fmla="*/ 602 h 10000"/>
              <a:gd name="connsiteX46" fmla="*/ 358 w 10000"/>
              <a:gd name="connsiteY46" fmla="*/ 443 h 10000"/>
              <a:gd name="connsiteX47" fmla="*/ 232 w 10000"/>
              <a:gd name="connsiteY47" fmla="*/ 292 h 10000"/>
              <a:gd name="connsiteX48" fmla="*/ 59 w 10000"/>
              <a:gd name="connsiteY48" fmla="*/ 74 h 10000"/>
              <a:gd name="connsiteX49" fmla="*/ 0 w 10000"/>
              <a:gd name="connsiteY49" fmla="*/ 0 h 10000"/>
              <a:gd name="connsiteX50" fmla="*/ 0 w 10000"/>
              <a:gd name="connsiteY50" fmla="*/ 0 h 10000"/>
              <a:gd name="connsiteX0" fmla="*/ 0 w 10000"/>
              <a:gd name="connsiteY0" fmla="*/ 0 h 7955"/>
              <a:gd name="connsiteX1" fmla="*/ 32 w 10000"/>
              <a:gd name="connsiteY1" fmla="*/ 7955 h 7955"/>
              <a:gd name="connsiteX2" fmla="*/ 9953 w 10000"/>
              <a:gd name="connsiteY2" fmla="*/ 1370 h 7955"/>
              <a:gd name="connsiteX3" fmla="*/ 10000 w 10000"/>
              <a:gd name="connsiteY3" fmla="*/ 15 h 7955"/>
              <a:gd name="connsiteX4" fmla="*/ 10000 w 10000"/>
              <a:gd name="connsiteY4" fmla="*/ 15 h 7955"/>
              <a:gd name="connsiteX5" fmla="*/ 9773 w 10000"/>
              <a:gd name="connsiteY5" fmla="*/ 329 h 7955"/>
              <a:gd name="connsiteX6" fmla="*/ 9547 w 10000"/>
              <a:gd name="connsiteY6" fmla="*/ 627 h 7955"/>
              <a:gd name="connsiteX7" fmla="*/ 9320 w 10000"/>
              <a:gd name="connsiteY7" fmla="*/ 919 h 7955"/>
              <a:gd name="connsiteX8" fmla="*/ 9092 w 10000"/>
              <a:gd name="connsiteY8" fmla="*/ 1171 h 7955"/>
              <a:gd name="connsiteX9" fmla="*/ 8865 w 10000"/>
              <a:gd name="connsiteY9" fmla="*/ 1423 h 7955"/>
              <a:gd name="connsiteX10" fmla="*/ 8637 w 10000"/>
              <a:gd name="connsiteY10" fmla="*/ 1659 h 7955"/>
              <a:gd name="connsiteX11" fmla="*/ 8412 w 10000"/>
              <a:gd name="connsiteY11" fmla="*/ 1860 h 7955"/>
              <a:gd name="connsiteX12" fmla="*/ 8184 w 10000"/>
              <a:gd name="connsiteY12" fmla="*/ 2053 h 7955"/>
              <a:gd name="connsiteX13" fmla="*/ 7957 w 10000"/>
              <a:gd name="connsiteY13" fmla="*/ 2228 h 7955"/>
              <a:gd name="connsiteX14" fmla="*/ 7734 w 10000"/>
              <a:gd name="connsiteY14" fmla="*/ 2379 h 7955"/>
              <a:gd name="connsiteX15" fmla="*/ 7508 w 10000"/>
              <a:gd name="connsiteY15" fmla="*/ 2531 h 7955"/>
              <a:gd name="connsiteX16" fmla="*/ 7285 w 10000"/>
              <a:gd name="connsiteY16" fmla="*/ 2657 h 7955"/>
              <a:gd name="connsiteX17" fmla="*/ 7062 w 10000"/>
              <a:gd name="connsiteY17" fmla="*/ 2755 h 7955"/>
              <a:gd name="connsiteX18" fmla="*/ 6840 w 10000"/>
              <a:gd name="connsiteY18" fmla="*/ 2859 h 7955"/>
              <a:gd name="connsiteX19" fmla="*/ 6620 w 10000"/>
              <a:gd name="connsiteY19" fmla="*/ 2944 h 7955"/>
              <a:gd name="connsiteX20" fmla="*/ 6402 w 10000"/>
              <a:gd name="connsiteY20" fmla="*/ 3006 h 7955"/>
              <a:gd name="connsiteX21" fmla="*/ 6184 w 10000"/>
              <a:gd name="connsiteY21" fmla="*/ 3058 h 7955"/>
              <a:gd name="connsiteX22" fmla="*/ 5968 w 10000"/>
              <a:gd name="connsiteY22" fmla="*/ 3109 h 7955"/>
              <a:gd name="connsiteX23" fmla="*/ 5755 w 10000"/>
              <a:gd name="connsiteY23" fmla="*/ 3132 h 7955"/>
              <a:gd name="connsiteX24" fmla="*/ 5542 w 10000"/>
              <a:gd name="connsiteY24" fmla="*/ 3157 h 7955"/>
              <a:gd name="connsiteX25" fmla="*/ 5332 w 10000"/>
              <a:gd name="connsiteY25" fmla="*/ 3171 h 7955"/>
              <a:gd name="connsiteX26" fmla="*/ 5124 w 10000"/>
              <a:gd name="connsiteY26" fmla="*/ 3157 h 7955"/>
              <a:gd name="connsiteX27" fmla="*/ 4918 w 10000"/>
              <a:gd name="connsiteY27" fmla="*/ 3157 h 7955"/>
              <a:gd name="connsiteX28" fmla="*/ 4714 w 10000"/>
              <a:gd name="connsiteY28" fmla="*/ 3132 h 7955"/>
              <a:gd name="connsiteX29" fmla="*/ 4514 w 10000"/>
              <a:gd name="connsiteY29" fmla="*/ 3095 h 7955"/>
              <a:gd name="connsiteX30" fmla="*/ 4316 w 10000"/>
              <a:gd name="connsiteY30" fmla="*/ 3058 h 7955"/>
              <a:gd name="connsiteX31" fmla="*/ 4122 w 10000"/>
              <a:gd name="connsiteY31" fmla="*/ 3020 h 7955"/>
              <a:gd name="connsiteX32" fmla="*/ 3929 w 10000"/>
              <a:gd name="connsiteY32" fmla="*/ 2958 h 7955"/>
              <a:gd name="connsiteX33" fmla="*/ 3739 w 10000"/>
              <a:gd name="connsiteY33" fmla="*/ 2892 h 7955"/>
              <a:gd name="connsiteX34" fmla="*/ 3553 w 10000"/>
              <a:gd name="connsiteY34" fmla="*/ 2833 h 7955"/>
              <a:gd name="connsiteX35" fmla="*/ 3190 w 10000"/>
              <a:gd name="connsiteY35" fmla="*/ 2667 h 7955"/>
              <a:gd name="connsiteX36" fmla="*/ 2842 w 10000"/>
              <a:gd name="connsiteY36" fmla="*/ 2490 h 7955"/>
              <a:gd name="connsiteX37" fmla="*/ 2508 w 10000"/>
              <a:gd name="connsiteY37" fmla="*/ 2305 h 7955"/>
              <a:gd name="connsiteX38" fmla="*/ 2192 w 10000"/>
              <a:gd name="connsiteY38" fmla="*/ 2102 h 7955"/>
              <a:gd name="connsiteX39" fmla="*/ 1890 w 10000"/>
              <a:gd name="connsiteY39" fmla="*/ 1887 h 7955"/>
              <a:gd name="connsiteX40" fmla="*/ 1610 w 10000"/>
              <a:gd name="connsiteY40" fmla="*/ 1659 h 7955"/>
              <a:gd name="connsiteX41" fmla="*/ 1347 w 10000"/>
              <a:gd name="connsiteY41" fmla="*/ 1433 h 7955"/>
              <a:gd name="connsiteX42" fmla="*/ 1105 w 10000"/>
              <a:gd name="connsiteY42" fmla="*/ 1210 h 7955"/>
              <a:gd name="connsiteX43" fmla="*/ 883 w 10000"/>
              <a:gd name="connsiteY43" fmla="*/ 995 h 7955"/>
              <a:gd name="connsiteX44" fmla="*/ 686 w 10000"/>
              <a:gd name="connsiteY44" fmla="*/ 793 h 7955"/>
              <a:gd name="connsiteX45" fmla="*/ 508 w 10000"/>
              <a:gd name="connsiteY45" fmla="*/ 602 h 7955"/>
              <a:gd name="connsiteX46" fmla="*/ 358 w 10000"/>
              <a:gd name="connsiteY46" fmla="*/ 443 h 7955"/>
              <a:gd name="connsiteX47" fmla="*/ 232 w 10000"/>
              <a:gd name="connsiteY47" fmla="*/ 292 h 7955"/>
              <a:gd name="connsiteX48" fmla="*/ 59 w 10000"/>
              <a:gd name="connsiteY48" fmla="*/ 74 h 7955"/>
              <a:gd name="connsiteX49" fmla="*/ 0 w 10000"/>
              <a:gd name="connsiteY49" fmla="*/ 0 h 7955"/>
              <a:gd name="connsiteX50" fmla="*/ 0 w 10000"/>
              <a:gd name="connsiteY50" fmla="*/ 0 h 7955"/>
              <a:gd name="connsiteX0" fmla="*/ 0 w 10000"/>
              <a:gd name="connsiteY0" fmla="*/ 0 h 10000"/>
              <a:gd name="connsiteX1" fmla="*/ 32 w 10000"/>
              <a:gd name="connsiteY1" fmla="*/ 10000 h 10000"/>
              <a:gd name="connsiteX2" fmla="*/ 5409 w 10000"/>
              <a:gd name="connsiteY2" fmla="*/ 5405 h 10000"/>
              <a:gd name="connsiteX3" fmla="*/ 9953 w 10000"/>
              <a:gd name="connsiteY3" fmla="*/ 1722 h 10000"/>
              <a:gd name="connsiteX4" fmla="*/ 10000 w 10000"/>
              <a:gd name="connsiteY4" fmla="*/ 19 h 10000"/>
              <a:gd name="connsiteX5" fmla="*/ 10000 w 10000"/>
              <a:gd name="connsiteY5" fmla="*/ 19 h 10000"/>
              <a:gd name="connsiteX6" fmla="*/ 9773 w 10000"/>
              <a:gd name="connsiteY6" fmla="*/ 414 h 10000"/>
              <a:gd name="connsiteX7" fmla="*/ 9547 w 10000"/>
              <a:gd name="connsiteY7" fmla="*/ 788 h 10000"/>
              <a:gd name="connsiteX8" fmla="*/ 9320 w 10000"/>
              <a:gd name="connsiteY8" fmla="*/ 1155 h 10000"/>
              <a:gd name="connsiteX9" fmla="*/ 9092 w 10000"/>
              <a:gd name="connsiteY9" fmla="*/ 1472 h 10000"/>
              <a:gd name="connsiteX10" fmla="*/ 8865 w 10000"/>
              <a:gd name="connsiteY10" fmla="*/ 1789 h 10000"/>
              <a:gd name="connsiteX11" fmla="*/ 8637 w 10000"/>
              <a:gd name="connsiteY11" fmla="*/ 2085 h 10000"/>
              <a:gd name="connsiteX12" fmla="*/ 8412 w 10000"/>
              <a:gd name="connsiteY12" fmla="*/ 2338 h 10000"/>
              <a:gd name="connsiteX13" fmla="*/ 8184 w 10000"/>
              <a:gd name="connsiteY13" fmla="*/ 2581 h 10000"/>
              <a:gd name="connsiteX14" fmla="*/ 7957 w 10000"/>
              <a:gd name="connsiteY14" fmla="*/ 2801 h 10000"/>
              <a:gd name="connsiteX15" fmla="*/ 7734 w 10000"/>
              <a:gd name="connsiteY15" fmla="*/ 2991 h 10000"/>
              <a:gd name="connsiteX16" fmla="*/ 7508 w 10000"/>
              <a:gd name="connsiteY16" fmla="*/ 3182 h 10000"/>
              <a:gd name="connsiteX17" fmla="*/ 7285 w 10000"/>
              <a:gd name="connsiteY17" fmla="*/ 3340 h 10000"/>
              <a:gd name="connsiteX18" fmla="*/ 7062 w 10000"/>
              <a:gd name="connsiteY18" fmla="*/ 3463 h 10000"/>
              <a:gd name="connsiteX19" fmla="*/ 6840 w 10000"/>
              <a:gd name="connsiteY19" fmla="*/ 3594 h 10000"/>
              <a:gd name="connsiteX20" fmla="*/ 6620 w 10000"/>
              <a:gd name="connsiteY20" fmla="*/ 3701 h 10000"/>
              <a:gd name="connsiteX21" fmla="*/ 6402 w 10000"/>
              <a:gd name="connsiteY21" fmla="*/ 3779 h 10000"/>
              <a:gd name="connsiteX22" fmla="*/ 6184 w 10000"/>
              <a:gd name="connsiteY22" fmla="*/ 3844 h 10000"/>
              <a:gd name="connsiteX23" fmla="*/ 5968 w 10000"/>
              <a:gd name="connsiteY23" fmla="*/ 3908 h 10000"/>
              <a:gd name="connsiteX24" fmla="*/ 5755 w 10000"/>
              <a:gd name="connsiteY24" fmla="*/ 3937 h 10000"/>
              <a:gd name="connsiteX25" fmla="*/ 5542 w 10000"/>
              <a:gd name="connsiteY25" fmla="*/ 3969 h 10000"/>
              <a:gd name="connsiteX26" fmla="*/ 5332 w 10000"/>
              <a:gd name="connsiteY26" fmla="*/ 3986 h 10000"/>
              <a:gd name="connsiteX27" fmla="*/ 5124 w 10000"/>
              <a:gd name="connsiteY27" fmla="*/ 3969 h 10000"/>
              <a:gd name="connsiteX28" fmla="*/ 4918 w 10000"/>
              <a:gd name="connsiteY28" fmla="*/ 3969 h 10000"/>
              <a:gd name="connsiteX29" fmla="*/ 4714 w 10000"/>
              <a:gd name="connsiteY29" fmla="*/ 3937 h 10000"/>
              <a:gd name="connsiteX30" fmla="*/ 4514 w 10000"/>
              <a:gd name="connsiteY30" fmla="*/ 3891 h 10000"/>
              <a:gd name="connsiteX31" fmla="*/ 4316 w 10000"/>
              <a:gd name="connsiteY31" fmla="*/ 3844 h 10000"/>
              <a:gd name="connsiteX32" fmla="*/ 4122 w 10000"/>
              <a:gd name="connsiteY32" fmla="*/ 3796 h 10000"/>
              <a:gd name="connsiteX33" fmla="*/ 3929 w 10000"/>
              <a:gd name="connsiteY33" fmla="*/ 3718 h 10000"/>
              <a:gd name="connsiteX34" fmla="*/ 3739 w 10000"/>
              <a:gd name="connsiteY34" fmla="*/ 3635 h 10000"/>
              <a:gd name="connsiteX35" fmla="*/ 3553 w 10000"/>
              <a:gd name="connsiteY35" fmla="*/ 3561 h 10000"/>
              <a:gd name="connsiteX36" fmla="*/ 3190 w 10000"/>
              <a:gd name="connsiteY36" fmla="*/ 3353 h 10000"/>
              <a:gd name="connsiteX37" fmla="*/ 2842 w 10000"/>
              <a:gd name="connsiteY37" fmla="*/ 3130 h 10000"/>
              <a:gd name="connsiteX38" fmla="*/ 2508 w 10000"/>
              <a:gd name="connsiteY38" fmla="*/ 2898 h 10000"/>
              <a:gd name="connsiteX39" fmla="*/ 2192 w 10000"/>
              <a:gd name="connsiteY39" fmla="*/ 2642 h 10000"/>
              <a:gd name="connsiteX40" fmla="*/ 1890 w 10000"/>
              <a:gd name="connsiteY40" fmla="*/ 2372 h 10000"/>
              <a:gd name="connsiteX41" fmla="*/ 1610 w 10000"/>
              <a:gd name="connsiteY41" fmla="*/ 2085 h 10000"/>
              <a:gd name="connsiteX42" fmla="*/ 1347 w 10000"/>
              <a:gd name="connsiteY42" fmla="*/ 1801 h 10000"/>
              <a:gd name="connsiteX43" fmla="*/ 1105 w 10000"/>
              <a:gd name="connsiteY43" fmla="*/ 1521 h 10000"/>
              <a:gd name="connsiteX44" fmla="*/ 883 w 10000"/>
              <a:gd name="connsiteY44" fmla="*/ 1251 h 10000"/>
              <a:gd name="connsiteX45" fmla="*/ 686 w 10000"/>
              <a:gd name="connsiteY45" fmla="*/ 997 h 10000"/>
              <a:gd name="connsiteX46" fmla="*/ 508 w 10000"/>
              <a:gd name="connsiteY46" fmla="*/ 757 h 10000"/>
              <a:gd name="connsiteX47" fmla="*/ 358 w 10000"/>
              <a:gd name="connsiteY47" fmla="*/ 557 h 10000"/>
              <a:gd name="connsiteX48" fmla="*/ 232 w 10000"/>
              <a:gd name="connsiteY48" fmla="*/ 367 h 10000"/>
              <a:gd name="connsiteX49" fmla="*/ 59 w 10000"/>
              <a:gd name="connsiteY49" fmla="*/ 93 h 10000"/>
              <a:gd name="connsiteX50" fmla="*/ 0 w 10000"/>
              <a:gd name="connsiteY50" fmla="*/ 0 h 10000"/>
              <a:gd name="connsiteX51" fmla="*/ 0 w 10000"/>
              <a:gd name="connsiteY51" fmla="*/ 0 h 10000"/>
              <a:gd name="connsiteX0" fmla="*/ 0 w 10000"/>
              <a:gd name="connsiteY0" fmla="*/ 0 h 5405"/>
              <a:gd name="connsiteX1" fmla="*/ 16 w 10000"/>
              <a:gd name="connsiteY1" fmla="*/ 2608 h 5405"/>
              <a:gd name="connsiteX2" fmla="*/ 5409 w 10000"/>
              <a:gd name="connsiteY2" fmla="*/ 5405 h 5405"/>
              <a:gd name="connsiteX3" fmla="*/ 9953 w 10000"/>
              <a:gd name="connsiteY3" fmla="*/ 1722 h 5405"/>
              <a:gd name="connsiteX4" fmla="*/ 10000 w 10000"/>
              <a:gd name="connsiteY4" fmla="*/ 19 h 5405"/>
              <a:gd name="connsiteX5" fmla="*/ 10000 w 10000"/>
              <a:gd name="connsiteY5" fmla="*/ 19 h 5405"/>
              <a:gd name="connsiteX6" fmla="*/ 9773 w 10000"/>
              <a:gd name="connsiteY6" fmla="*/ 414 h 5405"/>
              <a:gd name="connsiteX7" fmla="*/ 9547 w 10000"/>
              <a:gd name="connsiteY7" fmla="*/ 788 h 5405"/>
              <a:gd name="connsiteX8" fmla="*/ 9320 w 10000"/>
              <a:gd name="connsiteY8" fmla="*/ 1155 h 5405"/>
              <a:gd name="connsiteX9" fmla="*/ 9092 w 10000"/>
              <a:gd name="connsiteY9" fmla="*/ 1472 h 5405"/>
              <a:gd name="connsiteX10" fmla="*/ 8865 w 10000"/>
              <a:gd name="connsiteY10" fmla="*/ 1789 h 5405"/>
              <a:gd name="connsiteX11" fmla="*/ 8637 w 10000"/>
              <a:gd name="connsiteY11" fmla="*/ 2085 h 5405"/>
              <a:gd name="connsiteX12" fmla="*/ 8412 w 10000"/>
              <a:gd name="connsiteY12" fmla="*/ 2338 h 5405"/>
              <a:gd name="connsiteX13" fmla="*/ 8184 w 10000"/>
              <a:gd name="connsiteY13" fmla="*/ 2581 h 5405"/>
              <a:gd name="connsiteX14" fmla="*/ 7957 w 10000"/>
              <a:gd name="connsiteY14" fmla="*/ 2801 h 5405"/>
              <a:gd name="connsiteX15" fmla="*/ 7734 w 10000"/>
              <a:gd name="connsiteY15" fmla="*/ 2991 h 5405"/>
              <a:gd name="connsiteX16" fmla="*/ 7508 w 10000"/>
              <a:gd name="connsiteY16" fmla="*/ 3182 h 5405"/>
              <a:gd name="connsiteX17" fmla="*/ 7285 w 10000"/>
              <a:gd name="connsiteY17" fmla="*/ 3340 h 5405"/>
              <a:gd name="connsiteX18" fmla="*/ 7062 w 10000"/>
              <a:gd name="connsiteY18" fmla="*/ 3463 h 5405"/>
              <a:gd name="connsiteX19" fmla="*/ 6840 w 10000"/>
              <a:gd name="connsiteY19" fmla="*/ 3594 h 5405"/>
              <a:gd name="connsiteX20" fmla="*/ 6620 w 10000"/>
              <a:gd name="connsiteY20" fmla="*/ 3701 h 5405"/>
              <a:gd name="connsiteX21" fmla="*/ 6402 w 10000"/>
              <a:gd name="connsiteY21" fmla="*/ 3779 h 5405"/>
              <a:gd name="connsiteX22" fmla="*/ 6184 w 10000"/>
              <a:gd name="connsiteY22" fmla="*/ 3844 h 5405"/>
              <a:gd name="connsiteX23" fmla="*/ 5968 w 10000"/>
              <a:gd name="connsiteY23" fmla="*/ 3908 h 5405"/>
              <a:gd name="connsiteX24" fmla="*/ 5755 w 10000"/>
              <a:gd name="connsiteY24" fmla="*/ 3937 h 5405"/>
              <a:gd name="connsiteX25" fmla="*/ 5542 w 10000"/>
              <a:gd name="connsiteY25" fmla="*/ 3969 h 5405"/>
              <a:gd name="connsiteX26" fmla="*/ 5332 w 10000"/>
              <a:gd name="connsiteY26" fmla="*/ 3986 h 5405"/>
              <a:gd name="connsiteX27" fmla="*/ 5124 w 10000"/>
              <a:gd name="connsiteY27" fmla="*/ 3969 h 5405"/>
              <a:gd name="connsiteX28" fmla="*/ 4918 w 10000"/>
              <a:gd name="connsiteY28" fmla="*/ 3969 h 5405"/>
              <a:gd name="connsiteX29" fmla="*/ 4714 w 10000"/>
              <a:gd name="connsiteY29" fmla="*/ 3937 h 5405"/>
              <a:gd name="connsiteX30" fmla="*/ 4514 w 10000"/>
              <a:gd name="connsiteY30" fmla="*/ 3891 h 5405"/>
              <a:gd name="connsiteX31" fmla="*/ 4316 w 10000"/>
              <a:gd name="connsiteY31" fmla="*/ 3844 h 5405"/>
              <a:gd name="connsiteX32" fmla="*/ 4122 w 10000"/>
              <a:gd name="connsiteY32" fmla="*/ 3796 h 5405"/>
              <a:gd name="connsiteX33" fmla="*/ 3929 w 10000"/>
              <a:gd name="connsiteY33" fmla="*/ 3718 h 5405"/>
              <a:gd name="connsiteX34" fmla="*/ 3739 w 10000"/>
              <a:gd name="connsiteY34" fmla="*/ 3635 h 5405"/>
              <a:gd name="connsiteX35" fmla="*/ 3553 w 10000"/>
              <a:gd name="connsiteY35" fmla="*/ 3561 h 5405"/>
              <a:gd name="connsiteX36" fmla="*/ 3190 w 10000"/>
              <a:gd name="connsiteY36" fmla="*/ 3353 h 5405"/>
              <a:gd name="connsiteX37" fmla="*/ 2842 w 10000"/>
              <a:gd name="connsiteY37" fmla="*/ 3130 h 5405"/>
              <a:gd name="connsiteX38" fmla="*/ 2508 w 10000"/>
              <a:gd name="connsiteY38" fmla="*/ 2898 h 5405"/>
              <a:gd name="connsiteX39" fmla="*/ 2192 w 10000"/>
              <a:gd name="connsiteY39" fmla="*/ 2642 h 5405"/>
              <a:gd name="connsiteX40" fmla="*/ 1890 w 10000"/>
              <a:gd name="connsiteY40" fmla="*/ 2372 h 5405"/>
              <a:gd name="connsiteX41" fmla="*/ 1610 w 10000"/>
              <a:gd name="connsiteY41" fmla="*/ 2085 h 5405"/>
              <a:gd name="connsiteX42" fmla="*/ 1347 w 10000"/>
              <a:gd name="connsiteY42" fmla="*/ 1801 h 5405"/>
              <a:gd name="connsiteX43" fmla="*/ 1105 w 10000"/>
              <a:gd name="connsiteY43" fmla="*/ 1521 h 5405"/>
              <a:gd name="connsiteX44" fmla="*/ 883 w 10000"/>
              <a:gd name="connsiteY44" fmla="*/ 1251 h 5405"/>
              <a:gd name="connsiteX45" fmla="*/ 686 w 10000"/>
              <a:gd name="connsiteY45" fmla="*/ 997 h 5405"/>
              <a:gd name="connsiteX46" fmla="*/ 508 w 10000"/>
              <a:gd name="connsiteY46" fmla="*/ 757 h 5405"/>
              <a:gd name="connsiteX47" fmla="*/ 358 w 10000"/>
              <a:gd name="connsiteY47" fmla="*/ 557 h 5405"/>
              <a:gd name="connsiteX48" fmla="*/ 232 w 10000"/>
              <a:gd name="connsiteY48" fmla="*/ 367 h 5405"/>
              <a:gd name="connsiteX49" fmla="*/ 59 w 10000"/>
              <a:gd name="connsiteY49" fmla="*/ 93 h 5405"/>
              <a:gd name="connsiteX50" fmla="*/ 0 w 10000"/>
              <a:gd name="connsiteY50" fmla="*/ 0 h 5405"/>
              <a:gd name="connsiteX51" fmla="*/ 0 w 10000"/>
              <a:gd name="connsiteY51" fmla="*/ 0 h 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000" h="5405">
                <a:moveTo>
                  <a:pt x="0" y="0"/>
                </a:moveTo>
                <a:cubicBezTo>
                  <a:pt x="5" y="4190"/>
                  <a:pt x="11" y="-1582"/>
                  <a:pt x="16" y="2608"/>
                </a:cubicBezTo>
                <a:lnTo>
                  <a:pt x="5409" y="5405"/>
                </a:lnTo>
                <a:lnTo>
                  <a:pt x="9953" y="1722"/>
                </a:lnTo>
                <a:cubicBezTo>
                  <a:pt x="9969" y="1154"/>
                  <a:pt x="9984" y="587"/>
                  <a:pt x="10000" y="19"/>
                </a:cubicBezTo>
                <a:lnTo>
                  <a:pt x="10000" y="19"/>
                </a:lnTo>
                <a:lnTo>
                  <a:pt x="9773" y="414"/>
                </a:lnTo>
                <a:cubicBezTo>
                  <a:pt x="9698" y="539"/>
                  <a:pt x="9622" y="663"/>
                  <a:pt x="9547" y="788"/>
                </a:cubicBezTo>
                <a:cubicBezTo>
                  <a:pt x="9471" y="910"/>
                  <a:pt x="9396" y="1033"/>
                  <a:pt x="9320" y="1155"/>
                </a:cubicBezTo>
                <a:lnTo>
                  <a:pt x="9092" y="1472"/>
                </a:lnTo>
                <a:lnTo>
                  <a:pt x="8865" y="1789"/>
                </a:lnTo>
                <a:lnTo>
                  <a:pt x="8637" y="2085"/>
                </a:lnTo>
                <a:lnTo>
                  <a:pt x="8412" y="2338"/>
                </a:lnTo>
                <a:lnTo>
                  <a:pt x="8184" y="2581"/>
                </a:lnTo>
                <a:lnTo>
                  <a:pt x="7957" y="2801"/>
                </a:lnTo>
                <a:lnTo>
                  <a:pt x="7734" y="2991"/>
                </a:lnTo>
                <a:lnTo>
                  <a:pt x="7508" y="3182"/>
                </a:lnTo>
                <a:lnTo>
                  <a:pt x="7285" y="3340"/>
                </a:lnTo>
                <a:lnTo>
                  <a:pt x="7062" y="3463"/>
                </a:lnTo>
                <a:lnTo>
                  <a:pt x="6840" y="3594"/>
                </a:lnTo>
                <a:lnTo>
                  <a:pt x="6620" y="3701"/>
                </a:lnTo>
                <a:lnTo>
                  <a:pt x="6402" y="3779"/>
                </a:lnTo>
                <a:lnTo>
                  <a:pt x="6184" y="3844"/>
                </a:lnTo>
                <a:lnTo>
                  <a:pt x="5968" y="3908"/>
                </a:lnTo>
                <a:lnTo>
                  <a:pt x="5755" y="3937"/>
                </a:lnTo>
                <a:lnTo>
                  <a:pt x="5542" y="3969"/>
                </a:lnTo>
                <a:lnTo>
                  <a:pt x="5332" y="3986"/>
                </a:lnTo>
                <a:lnTo>
                  <a:pt x="5124" y="3969"/>
                </a:lnTo>
                <a:lnTo>
                  <a:pt x="4918" y="3969"/>
                </a:lnTo>
                <a:lnTo>
                  <a:pt x="4714" y="3937"/>
                </a:lnTo>
                <a:lnTo>
                  <a:pt x="4514" y="3891"/>
                </a:lnTo>
                <a:lnTo>
                  <a:pt x="4316" y="3844"/>
                </a:lnTo>
                <a:lnTo>
                  <a:pt x="4122" y="3796"/>
                </a:lnTo>
                <a:lnTo>
                  <a:pt x="3929" y="3718"/>
                </a:lnTo>
                <a:lnTo>
                  <a:pt x="3739" y="3635"/>
                </a:lnTo>
                <a:lnTo>
                  <a:pt x="3553" y="3561"/>
                </a:lnTo>
                <a:lnTo>
                  <a:pt x="3190" y="3353"/>
                </a:lnTo>
                <a:lnTo>
                  <a:pt x="2842" y="3130"/>
                </a:lnTo>
                <a:lnTo>
                  <a:pt x="2508" y="2898"/>
                </a:lnTo>
                <a:lnTo>
                  <a:pt x="2192" y="2642"/>
                </a:lnTo>
                <a:lnTo>
                  <a:pt x="1890" y="2372"/>
                </a:lnTo>
                <a:lnTo>
                  <a:pt x="1610" y="2085"/>
                </a:lnTo>
                <a:lnTo>
                  <a:pt x="1347" y="1801"/>
                </a:lnTo>
                <a:lnTo>
                  <a:pt x="1105" y="1521"/>
                </a:lnTo>
                <a:lnTo>
                  <a:pt x="883" y="1251"/>
                </a:lnTo>
                <a:cubicBezTo>
                  <a:pt x="817" y="1167"/>
                  <a:pt x="752" y="1081"/>
                  <a:pt x="686" y="997"/>
                </a:cubicBezTo>
                <a:cubicBezTo>
                  <a:pt x="627" y="916"/>
                  <a:pt x="567" y="837"/>
                  <a:pt x="508" y="757"/>
                </a:cubicBezTo>
                <a:lnTo>
                  <a:pt x="358" y="557"/>
                </a:lnTo>
                <a:lnTo>
                  <a:pt x="232" y="367"/>
                </a:lnTo>
                <a:cubicBezTo>
                  <a:pt x="174" y="277"/>
                  <a:pt x="117" y="184"/>
                  <a:pt x="59" y="93"/>
                </a:cubicBezTo>
                <a:cubicBezTo>
                  <a:pt x="39" y="62"/>
                  <a:pt x="20" y="31"/>
                  <a:pt x="0" y="0"/>
                </a:cubicBez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2F7C1910-61FC-214E-B19D-2354E571E6B1}"/>
              </a:ext>
            </a:extLst>
          </p:cNvPr>
          <p:cNvSpPr/>
          <p:nvPr userDrawn="1"/>
        </p:nvSpPr>
        <p:spPr bwMode="gray">
          <a:xfrm rot="15922489">
            <a:off x="5152591"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Tree>
    <p:extLst>
      <p:ext uri="{BB962C8B-B14F-4D97-AF65-F5344CB8AC3E}">
        <p14:creationId xmlns:p14="http://schemas.microsoft.com/office/powerpoint/2010/main" val="28617616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6E250-8C04-4D62-9CB2-2B7E46FFA5CD}"/>
              </a:ext>
            </a:extLst>
          </p:cNvPr>
          <p:cNvSpPr>
            <a:spLocks noGrp="1"/>
          </p:cNvSpPr>
          <p:nvPr>
            <p:ph type="dt" sz="half" idx="10"/>
          </p:nvPr>
        </p:nvSpPr>
        <p:spPr/>
        <p:txBody>
          <a:bodyPr/>
          <a:lstStyle/>
          <a:p>
            <a:fld id="{8B661F2D-E3A3-B34A-8C97-CD0456629075}" type="datetime1">
              <a:rPr lang="en-US" smtClean="0"/>
              <a:t>11/4/2025</a:t>
            </a:fld>
            <a:endParaRPr lang="en-CA"/>
          </a:p>
        </p:txBody>
      </p:sp>
      <p:sp>
        <p:nvSpPr>
          <p:cNvPr id="3" name="Footer Placeholder 2">
            <a:extLst>
              <a:ext uri="{FF2B5EF4-FFF2-40B4-BE49-F238E27FC236}">
                <a16:creationId xmlns:a16="http://schemas.microsoft.com/office/drawing/2014/main" id="{EA4FF2B3-A0E6-4327-8D38-D8F2690CC61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4C691ED-28E0-4D7F-B506-44A67BDF4400}"/>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1158312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739967" y="2008520"/>
            <a:ext cx="10289680" cy="1364476"/>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98FE9A-2755-1B49-9094-02250BA934CE}"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3839182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DDCECB-ED66-4E99-9EED-BC8E6A1D8F56}"/>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127722420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523258B5-B018-0245-A255-48DC38274B2A}"/>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9557"/>
            <a:ext cx="12192000" cy="6858000"/>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D578E96-FCC1-784A-B328-9A60C05A1D47}" type="datetime1">
              <a:rPr kumimoji="0" lang="en-US" sz="1800" b="0" i="0" u="none" strike="noStrike" kern="1200" cap="none" spc="0" normalizeH="0" baseline="0" noProof="0" smtClean="0">
                <a:ln>
                  <a:noFill/>
                </a:ln>
                <a:solidFill>
                  <a:srgbClr val="3F3F3F"/>
                </a:solidFill>
                <a:effectLst/>
                <a:uLnTx/>
                <a:uFillTx/>
                <a:latin typeface="Calibri" panose="020F0502020204030204"/>
                <a:ea typeface="+mn-ea"/>
                <a:cs typeface="+mn-cs"/>
              </a:rPr>
              <a:t>11/4/2025</a:t>
            </a:fld>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F7F7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63725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1DAFC5D9-9B93-C04D-97CB-878064126594}" type="datetime1">
              <a:rPr lang="en-US" smtClean="0"/>
              <a:t>11/4/2025</a:t>
            </a:fld>
            <a:endParaRPr lang="en-US"/>
          </a:p>
        </p:txBody>
      </p:sp>
      <p:pic>
        <p:nvPicPr>
          <p:cNvPr id="32" name="Picture 31">
            <a:extLst>
              <a:ext uri="{FF2B5EF4-FFF2-40B4-BE49-F238E27FC236}">
                <a16:creationId xmlns:a16="http://schemas.microsoft.com/office/drawing/2014/main" id="{AB64086E-D480-C64D-8011-1ACDE93C9D6D}"/>
              </a:ext>
            </a:extLst>
          </p:cNvPr>
          <p:cNvPicPr>
            <a:picLocks noChangeAspect="1"/>
          </p:cNvPicPr>
          <p:nvPr userDrawn="1"/>
        </p:nvPicPr>
        <p:blipFill>
          <a:blip r:embed="rId2">
            <a:alphaModFix amt="89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57F1E4F-1CFF-5643-939E-217C01CDF565}" type="slidenum">
              <a:rPr lang="en-US"/>
              <a:pPr/>
              <a:t>‹#›</a:t>
            </a:fld>
            <a:endParaRPr lang="en-US"/>
          </a:p>
        </p:txBody>
      </p:sp>
      <p:sp>
        <p:nvSpPr>
          <p:cNvPr id="29" name="Flowchart: Process 28"/>
          <p:cNvSpPr/>
          <p:nvPr userDrawn="1"/>
        </p:nvSpPr>
        <p:spPr>
          <a:xfrm>
            <a:off x="476250" y="462024"/>
            <a:ext cx="6381912" cy="593395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16 h 10016"/>
              <a:gd name="connsiteX1" fmla="*/ 9415 w 10000"/>
              <a:gd name="connsiteY1" fmla="*/ 0 h 10016"/>
              <a:gd name="connsiteX2" fmla="*/ 10000 w 10000"/>
              <a:gd name="connsiteY2" fmla="*/ 10016 h 10016"/>
              <a:gd name="connsiteX3" fmla="*/ 0 w 10000"/>
              <a:gd name="connsiteY3" fmla="*/ 10016 h 10016"/>
              <a:gd name="connsiteX4" fmla="*/ 0 w 10000"/>
              <a:gd name="connsiteY4" fmla="*/ 16 h 10016"/>
              <a:gd name="connsiteX0" fmla="*/ 0 w 10000"/>
              <a:gd name="connsiteY0" fmla="*/ 16 h 10016"/>
              <a:gd name="connsiteX1" fmla="*/ 9415 w 10000"/>
              <a:gd name="connsiteY1" fmla="*/ 0 h 10016"/>
              <a:gd name="connsiteX2" fmla="*/ 9740 w 10000"/>
              <a:gd name="connsiteY2" fmla="*/ 5596 h 10016"/>
              <a:gd name="connsiteX3" fmla="*/ 10000 w 10000"/>
              <a:gd name="connsiteY3" fmla="*/ 10016 h 10016"/>
              <a:gd name="connsiteX4" fmla="*/ 0 w 10000"/>
              <a:gd name="connsiteY4" fmla="*/ 10016 h 10016"/>
              <a:gd name="connsiteX5" fmla="*/ 0 w 10000"/>
              <a:gd name="connsiteY5" fmla="*/ 16 h 10016"/>
              <a:gd name="connsiteX0" fmla="*/ 0 w 9750"/>
              <a:gd name="connsiteY0" fmla="*/ 16 h 10032"/>
              <a:gd name="connsiteX1" fmla="*/ 9415 w 9750"/>
              <a:gd name="connsiteY1" fmla="*/ 0 h 10032"/>
              <a:gd name="connsiteX2" fmla="*/ 9740 w 9750"/>
              <a:gd name="connsiteY2" fmla="*/ 5596 h 10032"/>
              <a:gd name="connsiteX3" fmla="*/ 9423 w 9750"/>
              <a:gd name="connsiteY3" fmla="*/ 10032 h 10032"/>
              <a:gd name="connsiteX4" fmla="*/ 0 w 9750"/>
              <a:gd name="connsiteY4" fmla="*/ 10016 h 10032"/>
              <a:gd name="connsiteX5" fmla="*/ 0 w 9750"/>
              <a:gd name="connsiteY5" fmla="*/ 16 h 10032"/>
              <a:gd name="connsiteX0" fmla="*/ 0 w 10010"/>
              <a:gd name="connsiteY0" fmla="*/ 16 h 10000"/>
              <a:gd name="connsiteX1" fmla="*/ 9656 w 10010"/>
              <a:gd name="connsiteY1" fmla="*/ 0 h 10000"/>
              <a:gd name="connsiteX2" fmla="*/ 9990 w 10010"/>
              <a:gd name="connsiteY2" fmla="*/ 5578 h 10000"/>
              <a:gd name="connsiteX3" fmla="*/ 9665 w 10010"/>
              <a:gd name="connsiteY3" fmla="*/ 10000 h 10000"/>
              <a:gd name="connsiteX4" fmla="*/ 0 w 10010"/>
              <a:gd name="connsiteY4" fmla="*/ 9984 h 10000"/>
              <a:gd name="connsiteX5" fmla="*/ 0 w 10010"/>
              <a:gd name="connsiteY5" fmla="*/ 16 h 10000"/>
              <a:gd name="connsiteX0" fmla="*/ 0 w 10004"/>
              <a:gd name="connsiteY0" fmla="*/ 16 h 10000"/>
              <a:gd name="connsiteX1" fmla="*/ 9656 w 10004"/>
              <a:gd name="connsiteY1" fmla="*/ 0 h 10000"/>
              <a:gd name="connsiteX2" fmla="*/ 9990 w 10004"/>
              <a:gd name="connsiteY2" fmla="*/ 5578 h 10000"/>
              <a:gd name="connsiteX3" fmla="*/ 9665 w 10004"/>
              <a:gd name="connsiteY3" fmla="*/ 10000 h 10000"/>
              <a:gd name="connsiteX4" fmla="*/ 0 w 10004"/>
              <a:gd name="connsiteY4" fmla="*/ 9984 h 10000"/>
              <a:gd name="connsiteX5" fmla="*/ 0 w 10004"/>
              <a:gd name="connsiteY5" fmla="*/ 16 h 10000"/>
              <a:gd name="connsiteX0" fmla="*/ 0 w 9838"/>
              <a:gd name="connsiteY0" fmla="*/ 16 h 10000"/>
              <a:gd name="connsiteX1" fmla="*/ 9656 w 9838"/>
              <a:gd name="connsiteY1" fmla="*/ 0 h 10000"/>
              <a:gd name="connsiteX2" fmla="*/ 9815 w 9838"/>
              <a:gd name="connsiteY2" fmla="*/ 5498 h 10000"/>
              <a:gd name="connsiteX3" fmla="*/ 9665 w 9838"/>
              <a:gd name="connsiteY3" fmla="*/ 10000 h 10000"/>
              <a:gd name="connsiteX4" fmla="*/ 0 w 9838"/>
              <a:gd name="connsiteY4" fmla="*/ 9984 h 10000"/>
              <a:gd name="connsiteX5" fmla="*/ 0 w 9838"/>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9992"/>
              <a:gd name="connsiteY0" fmla="*/ 16 h 10000"/>
              <a:gd name="connsiteX1" fmla="*/ 9636 w 9992"/>
              <a:gd name="connsiteY1" fmla="*/ 0 h 10000"/>
              <a:gd name="connsiteX2" fmla="*/ 9977 w 9992"/>
              <a:gd name="connsiteY2" fmla="*/ 5498 h 10000"/>
              <a:gd name="connsiteX3" fmla="*/ 9824 w 9992"/>
              <a:gd name="connsiteY3" fmla="*/ 10000 h 10000"/>
              <a:gd name="connsiteX4" fmla="*/ 0 w 9992"/>
              <a:gd name="connsiteY4" fmla="*/ 9984 h 10000"/>
              <a:gd name="connsiteX5" fmla="*/ 0 w 9992"/>
              <a:gd name="connsiteY5" fmla="*/ 1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 h="10000">
                <a:moveTo>
                  <a:pt x="0" y="16"/>
                </a:moveTo>
                <a:lnTo>
                  <a:pt x="9636" y="0"/>
                </a:lnTo>
                <a:cubicBezTo>
                  <a:pt x="9749" y="1859"/>
                  <a:pt x="10067" y="3527"/>
                  <a:pt x="9977" y="5498"/>
                </a:cubicBezTo>
                <a:cubicBezTo>
                  <a:pt x="9982" y="6950"/>
                  <a:pt x="9877" y="8532"/>
                  <a:pt x="9824" y="10000"/>
                </a:cubicBezTo>
                <a:lnTo>
                  <a:pt x="0" y="9984"/>
                </a:lnTo>
                <a:lnTo>
                  <a:pt x="0" y="16"/>
                </a:lnTo>
                <a:close/>
              </a:path>
            </a:pathLst>
          </a:custGeom>
          <a:solidFill>
            <a:srgbClr val="F4792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Freeform 5"/>
          <p:cNvSpPr/>
          <p:nvPr userDrawn="1"/>
        </p:nvSpPr>
        <p:spPr bwMode="gray">
          <a:xfrm rot="16200000">
            <a:off x="3747181" y="3268820"/>
            <a:ext cx="6053670" cy="320359"/>
          </a:xfrm>
          <a:custGeom>
            <a:avLst/>
            <a:gdLst>
              <a:gd name="connsiteX0" fmla="*/ 0 w 10000"/>
              <a:gd name="connsiteY0" fmla="*/ 0 h 9963"/>
              <a:gd name="connsiteX1" fmla="*/ 0 w 10000"/>
              <a:gd name="connsiteY1" fmla="*/ 9963 h 9963"/>
              <a:gd name="connsiteX2" fmla="*/ 10000 w 10000"/>
              <a:gd name="connsiteY2" fmla="*/ 5824 h 9963"/>
              <a:gd name="connsiteX3" fmla="*/ 10000 w 10000"/>
              <a:gd name="connsiteY3" fmla="*/ 9 h 9963"/>
              <a:gd name="connsiteX4" fmla="*/ 10000 w 10000"/>
              <a:gd name="connsiteY4" fmla="*/ 9 h 9963"/>
              <a:gd name="connsiteX5" fmla="*/ 9773 w 10000"/>
              <a:gd name="connsiteY5" fmla="*/ 195 h 9963"/>
              <a:gd name="connsiteX6" fmla="*/ 9547 w 10000"/>
              <a:gd name="connsiteY6" fmla="*/ 373 h 9963"/>
              <a:gd name="connsiteX7" fmla="*/ 9320 w 10000"/>
              <a:gd name="connsiteY7" fmla="*/ 546 h 9963"/>
              <a:gd name="connsiteX8" fmla="*/ 9092 w 10000"/>
              <a:gd name="connsiteY8" fmla="*/ 695 h 9963"/>
              <a:gd name="connsiteX9" fmla="*/ 8865 w 10000"/>
              <a:gd name="connsiteY9" fmla="*/ 845 h 9963"/>
              <a:gd name="connsiteX10" fmla="*/ 8637 w 10000"/>
              <a:gd name="connsiteY10" fmla="*/ 985 h 9963"/>
              <a:gd name="connsiteX11" fmla="*/ 8412 w 10000"/>
              <a:gd name="connsiteY11" fmla="*/ 1105 h 9963"/>
              <a:gd name="connsiteX12" fmla="*/ 8184 w 10000"/>
              <a:gd name="connsiteY12" fmla="*/ 1219 h 9963"/>
              <a:gd name="connsiteX13" fmla="*/ 7957 w 10000"/>
              <a:gd name="connsiteY13" fmla="*/ 1323 h 9963"/>
              <a:gd name="connsiteX14" fmla="*/ 7734 w 10000"/>
              <a:gd name="connsiteY14" fmla="*/ 1413 h 9963"/>
              <a:gd name="connsiteX15" fmla="*/ 7508 w 10000"/>
              <a:gd name="connsiteY15" fmla="*/ 1503 h 9963"/>
              <a:gd name="connsiteX16" fmla="*/ 7285 w 10000"/>
              <a:gd name="connsiteY16" fmla="*/ 1578 h 9963"/>
              <a:gd name="connsiteX17" fmla="*/ 7062 w 10000"/>
              <a:gd name="connsiteY17" fmla="*/ 1636 h 9963"/>
              <a:gd name="connsiteX18" fmla="*/ 6840 w 10000"/>
              <a:gd name="connsiteY18" fmla="*/ 1698 h 9963"/>
              <a:gd name="connsiteX19" fmla="*/ 6620 w 10000"/>
              <a:gd name="connsiteY19" fmla="*/ 1749 h 9963"/>
              <a:gd name="connsiteX20" fmla="*/ 6402 w 10000"/>
              <a:gd name="connsiteY20" fmla="*/ 1785 h 9963"/>
              <a:gd name="connsiteX21" fmla="*/ 6184 w 10000"/>
              <a:gd name="connsiteY21" fmla="*/ 1816 h 9963"/>
              <a:gd name="connsiteX22" fmla="*/ 5968 w 10000"/>
              <a:gd name="connsiteY22" fmla="*/ 1846 h 9963"/>
              <a:gd name="connsiteX23" fmla="*/ 5755 w 10000"/>
              <a:gd name="connsiteY23" fmla="*/ 1860 h 9963"/>
              <a:gd name="connsiteX24" fmla="*/ 5542 w 10000"/>
              <a:gd name="connsiteY24" fmla="*/ 1875 h 9963"/>
              <a:gd name="connsiteX25" fmla="*/ 5332 w 10000"/>
              <a:gd name="connsiteY25" fmla="*/ 1883 h 9963"/>
              <a:gd name="connsiteX26" fmla="*/ 5124 w 10000"/>
              <a:gd name="connsiteY26" fmla="*/ 1875 h 9963"/>
              <a:gd name="connsiteX27" fmla="*/ 4918 w 10000"/>
              <a:gd name="connsiteY27" fmla="*/ 1875 h 9963"/>
              <a:gd name="connsiteX28" fmla="*/ 4714 w 10000"/>
              <a:gd name="connsiteY28" fmla="*/ 1860 h 9963"/>
              <a:gd name="connsiteX29" fmla="*/ 4514 w 10000"/>
              <a:gd name="connsiteY29" fmla="*/ 1838 h 9963"/>
              <a:gd name="connsiteX30" fmla="*/ 4316 w 10000"/>
              <a:gd name="connsiteY30" fmla="*/ 1816 h 9963"/>
              <a:gd name="connsiteX31" fmla="*/ 4122 w 10000"/>
              <a:gd name="connsiteY31" fmla="*/ 1793 h 9963"/>
              <a:gd name="connsiteX32" fmla="*/ 3929 w 10000"/>
              <a:gd name="connsiteY32" fmla="*/ 1756 h 9963"/>
              <a:gd name="connsiteX33" fmla="*/ 3739 w 10000"/>
              <a:gd name="connsiteY33" fmla="*/ 1718 h 9963"/>
              <a:gd name="connsiteX34" fmla="*/ 3553 w 10000"/>
              <a:gd name="connsiteY34" fmla="*/ 1683 h 9963"/>
              <a:gd name="connsiteX35" fmla="*/ 3190 w 10000"/>
              <a:gd name="connsiteY35" fmla="*/ 1584 h 9963"/>
              <a:gd name="connsiteX36" fmla="*/ 2842 w 10000"/>
              <a:gd name="connsiteY36" fmla="*/ 1479 h 9963"/>
              <a:gd name="connsiteX37" fmla="*/ 2508 w 10000"/>
              <a:gd name="connsiteY37" fmla="*/ 1369 h 9963"/>
              <a:gd name="connsiteX38" fmla="*/ 2192 w 10000"/>
              <a:gd name="connsiteY38" fmla="*/ 1248 h 9963"/>
              <a:gd name="connsiteX39" fmla="*/ 1890 w 10000"/>
              <a:gd name="connsiteY39" fmla="*/ 1121 h 9963"/>
              <a:gd name="connsiteX40" fmla="*/ 1610 w 10000"/>
              <a:gd name="connsiteY40" fmla="*/ 985 h 9963"/>
              <a:gd name="connsiteX41" fmla="*/ 1347 w 10000"/>
              <a:gd name="connsiteY41" fmla="*/ 851 h 9963"/>
              <a:gd name="connsiteX42" fmla="*/ 1105 w 10000"/>
              <a:gd name="connsiteY42" fmla="*/ 718 h 9963"/>
              <a:gd name="connsiteX43" fmla="*/ 883 w 10000"/>
              <a:gd name="connsiteY43" fmla="*/ 591 h 9963"/>
              <a:gd name="connsiteX44" fmla="*/ 686 w 10000"/>
              <a:gd name="connsiteY44" fmla="*/ 471 h 9963"/>
              <a:gd name="connsiteX45" fmla="*/ 508 w 10000"/>
              <a:gd name="connsiteY45" fmla="*/ 358 h 9963"/>
              <a:gd name="connsiteX46" fmla="*/ 358 w 10000"/>
              <a:gd name="connsiteY46" fmla="*/ 263 h 9963"/>
              <a:gd name="connsiteX47" fmla="*/ 232 w 10000"/>
              <a:gd name="connsiteY47" fmla="*/ 173 h 9963"/>
              <a:gd name="connsiteX48" fmla="*/ 59 w 10000"/>
              <a:gd name="connsiteY48" fmla="*/ 44 h 9963"/>
              <a:gd name="connsiteX49" fmla="*/ 0 w 10000"/>
              <a:gd name="connsiteY49" fmla="*/ 0 h 9963"/>
              <a:gd name="connsiteX50" fmla="*/ 0 w 10000"/>
              <a:gd name="connsiteY50" fmla="*/ 0 h 9963"/>
              <a:gd name="connsiteX0" fmla="*/ 0 w 10000"/>
              <a:gd name="connsiteY0" fmla="*/ 0 h 5961"/>
              <a:gd name="connsiteX1" fmla="*/ 16 w 10000"/>
              <a:gd name="connsiteY1" fmla="*/ 5961 h 5961"/>
              <a:gd name="connsiteX2" fmla="*/ 10000 w 10000"/>
              <a:gd name="connsiteY2" fmla="*/ 5846 h 5961"/>
              <a:gd name="connsiteX3" fmla="*/ 10000 w 10000"/>
              <a:gd name="connsiteY3" fmla="*/ 9 h 5961"/>
              <a:gd name="connsiteX4" fmla="*/ 10000 w 10000"/>
              <a:gd name="connsiteY4" fmla="*/ 9 h 5961"/>
              <a:gd name="connsiteX5" fmla="*/ 9773 w 10000"/>
              <a:gd name="connsiteY5" fmla="*/ 196 h 5961"/>
              <a:gd name="connsiteX6" fmla="*/ 9547 w 10000"/>
              <a:gd name="connsiteY6" fmla="*/ 374 h 5961"/>
              <a:gd name="connsiteX7" fmla="*/ 9320 w 10000"/>
              <a:gd name="connsiteY7" fmla="*/ 548 h 5961"/>
              <a:gd name="connsiteX8" fmla="*/ 9092 w 10000"/>
              <a:gd name="connsiteY8" fmla="*/ 698 h 5961"/>
              <a:gd name="connsiteX9" fmla="*/ 8865 w 10000"/>
              <a:gd name="connsiteY9" fmla="*/ 848 h 5961"/>
              <a:gd name="connsiteX10" fmla="*/ 8637 w 10000"/>
              <a:gd name="connsiteY10" fmla="*/ 989 h 5961"/>
              <a:gd name="connsiteX11" fmla="*/ 8412 w 10000"/>
              <a:gd name="connsiteY11" fmla="*/ 1109 h 5961"/>
              <a:gd name="connsiteX12" fmla="*/ 8184 w 10000"/>
              <a:gd name="connsiteY12" fmla="*/ 1224 h 5961"/>
              <a:gd name="connsiteX13" fmla="*/ 7957 w 10000"/>
              <a:gd name="connsiteY13" fmla="*/ 1328 h 5961"/>
              <a:gd name="connsiteX14" fmla="*/ 7734 w 10000"/>
              <a:gd name="connsiteY14" fmla="*/ 1418 h 5961"/>
              <a:gd name="connsiteX15" fmla="*/ 7508 w 10000"/>
              <a:gd name="connsiteY15" fmla="*/ 1509 h 5961"/>
              <a:gd name="connsiteX16" fmla="*/ 7285 w 10000"/>
              <a:gd name="connsiteY16" fmla="*/ 1584 h 5961"/>
              <a:gd name="connsiteX17" fmla="*/ 7062 w 10000"/>
              <a:gd name="connsiteY17" fmla="*/ 1642 h 5961"/>
              <a:gd name="connsiteX18" fmla="*/ 6840 w 10000"/>
              <a:gd name="connsiteY18" fmla="*/ 1704 h 5961"/>
              <a:gd name="connsiteX19" fmla="*/ 6620 w 10000"/>
              <a:gd name="connsiteY19" fmla="*/ 1755 h 5961"/>
              <a:gd name="connsiteX20" fmla="*/ 6402 w 10000"/>
              <a:gd name="connsiteY20" fmla="*/ 1792 h 5961"/>
              <a:gd name="connsiteX21" fmla="*/ 6184 w 10000"/>
              <a:gd name="connsiteY21" fmla="*/ 1823 h 5961"/>
              <a:gd name="connsiteX22" fmla="*/ 5968 w 10000"/>
              <a:gd name="connsiteY22" fmla="*/ 1853 h 5961"/>
              <a:gd name="connsiteX23" fmla="*/ 5755 w 10000"/>
              <a:gd name="connsiteY23" fmla="*/ 1867 h 5961"/>
              <a:gd name="connsiteX24" fmla="*/ 5542 w 10000"/>
              <a:gd name="connsiteY24" fmla="*/ 1882 h 5961"/>
              <a:gd name="connsiteX25" fmla="*/ 5332 w 10000"/>
              <a:gd name="connsiteY25" fmla="*/ 1890 h 5961"/>
              <a:gd name="connsiteX26" fmla="*/ 5124 w 10000"/>
              <a:gd name="connsiteY26" fmla="*/ 1882 h 5961"/>
              <a:gd name="connsiteX27" fmla="*/ 4918 w 10000"/>
              <a:gd name="connsiteY27" fmla="*/ 1882 h 5961"/>
              <a:gd name="connsiteX28" fmla="*/ 4714 w 10000"/>
              <a:gd name="connsiteY28" fmla="*/ 1867 h 5961"/>
              <a:gd name="connsiteX29" fmla="*/ 4514 w 10000"/>
              <a:gd name="connsiteY29" fmla="*/ 1845 h 5961"/>
              <a:gd name="connsiteX30" fmla="*/ 4316 w 10000"/>
              <a:gd name="connsiteY30" fmla="*/ 1823 h 5961"/>
              <a:gd name="connsiteX31" fmla="*/ 4122 w 10000"/>
              <a:gd name="connsiteY31" fmla="*/ 1800 h 5961"/>
              <a:gd name="connsiteX32" fmla="*/ 3929 w 10000"/>
              <a:gd name="connsiteY32" fmla="*/ 1763 h 5961"/>
              <a:gd name="connsiteX33" fmla="*/ 3739 w 10000"/>
              <a:gd name="connsiteY33" fmla="*/ 1724 h 5961"/>
              <a:gd name="connsiteX34" fmla="*/ 3553 w 10000"/>
              <a:gd name="connsiteY34" fmla="*/ 1689 h 5961"/>
              <a:gd name="connsiteX35" fmla="*/ 3190 w 10000"/>
              <a:gd name="connsiteY35" fmla="*/ 1590 h 5961"/>
              <a:gd name="connsiteX36" fmla="*/ 2842 w 10000"/>
              <a:gd name="connsiteY36" fmla="*/ 1484 h 5961"/>
              <a:gd name="connsiteX37" fmla="*/ 2508 w 10000"/>
              <a:gd name="connsiteY37" fmla="*/ 1374 h 5961"/>
              <a:gd name="connsiteX38" fmla="*/ 2192 w 10000"/>
              <a:gd name="connsiteY38" fmla="*/ 1253 h 5961"/>
              <a:gd name="connsiteX39" fmla="*/ 1890 w 10000"/>
              <a:gd name="connsiteY39" fmla="*/ 1125 h 5961"/>
              <a:gd name="connsiteX40" fmla="*/ 1610 w 10000"/>
              <a:gd name="connsiteY40" fmla="*/ 989 h 5961"/>
              <a:gd name="connsiteX41" fmla="*/ 1347 w 10000"/>
              <a:gd name="connsiteY41" fmla="*/ 854 h 5961"/>
              <a:gd name="connsiteX42" fmla="*/ 1105 w 10000"/>
              <a:gd name="connsiteY42" fmla="*/ 721 h 5961"/>
              <a:gd name="connsiteX43" fmla="*/ 883 w 10000"/>
              <a:gd name="connsiteY43" fmla="*/ 593 h 5961"/>
              <a:gd name="connsiteX44" fmla="*/ 686 w 10000"/>
              <a:gd name="connsiteY44" fmla="*/ 473 h 5961"/>
              <a:gd name="connsiteX45" fmla="*/ 508 w 10000"/>
              <a:gd name="connsiteY45" fmla="*/ 359 h 5961"/>
              <a:gd name="connsiteX46" fmla="*/ 358 w 10000"/>
              <a:gd name="connsiteY46" fmla="*/ 264 h 5961"/>
              <a:gd name="connsiteX47" fmla="*/ 232 w 10000"/>
              <a:gd name="connsiteY47" fmla="*/ 174 h 5961"/>
              <a:gd name="connsiteX48" fmla="*/ 59 w 10000"/>
              <a:gd name="connsiteY48" fmla="*/ 44 h 5961"/>
              <a:gd name="connsiteX49" fmla="*/ 0 w 10000"/>
              <a:gd name="connsiteY49" fmla="*/ 0 h 5961"/>
              <a:gd name="connsiteX50" fmla="*/ 0 w 10000"/>
              <a:gd name="connsiteY50" fmla="*/ 0 h 5961"/>
              <a:gd name="connsiteX0" fmla="*/ 0 w 10000"/>
              <a:gd name="connsiteY0" fmla="*/ 0 h 10000"/>
              <a:gd name="connsiteX1" fmla="*/ 16 w 10000"/>
              <a:gd name="connsiteY1" fmla="*/ 10000 h 10000"/>
              <a:gd name="connsiteX2" fmla="*/ 9953 w 10000"/>
              <a:gd name="connsiteY2" fmla="*/ 1370 h 10000"/>
              <a:gd name="connsiteX3" fmla="*/ 10000 w 10000"/>
              <a:gd name="connsiteY3" fmla="*/ 15 h 10000"/>
              <a:gd name="connsiteX4" fmla="*/ 10000 w 10000"/>
              <a:gd name="connsiteY4" fmla="*/ 15 h 10000"/>
              <a:gd name="connsiteX5" fmla="*/ 9773 w 10000"/>
              <a:gd name="connsiteY5" fmla="*/ 329 h 10000"/>
              <a:gd name="connsiteX6" fmla="*/ 9547 w 10000"/>
              <a:gd name="connsiteY6" fmla="*/ 627 h 10000"/>
              <a:gd name="connsiteX7" fmla="*/ 9320 w 10000"/>
              <a:gd name="connsiteY7" fmla="*/ 919 h 10000"/>
              <a:gd name="connsiteX8" fmla="*/ 9092 w 10000"/>
              <a:gd name="connsiteY8" fmla="*/ 1171 h 10000"/>
              <a:gd name="connsiteX9" fmla="*/ 8865 w 10000"/>
              <a:gd name="connsiteY9" fmla="*/ 1423 h 10000"/>
              <a:gd name="connsiteX10" fmla="*/ 8637 w 10000"/>
              <a:gd name="connsiteY10" fmla="*/ 1659 h 10000"/>
              <a:gd name="connsiteX11" fmla="*/ 8412 w 10000"/>
              <a:gd name="connsiteY11" fmla="*/ 1860 h 10000"/>
              <a:gd name="connsiteX12" fmla="*/ 8184 w 10000"/>
              <a:gd name="connsiteY12" fmla="*/ 2053 h 10000"/>
              <a:gd name="connsiteX13" fmla="*/ 7957 w 10000"/>
              <a:gd name="connsiteY13" fmla="*/ 2228 h 10000"/>
              <a:gd name="connsiteX14" fmla="*/ 7734 w 10000"/>
              <a:gd name="connsiteY14" fmla="*/ 2379 h 10000"/>
              <a:gd name="connsiteX15" fmla="*/ 7508 w 10000"/>
              <a:gd name="connsiteY15" fmla="*/ 2531 h 10000"/>
              <a:gd name="connsiteX16" fmla="*/ 7285 w 10000"/>
              <a:gd name="connsiteY16" fmla="*/ 2657 h 10000"/>
              <a:gd name="connsiteX17" fmla="*/ 7062 w 10000"/>
              <a:gd name="connsiteY17" fmla="*/ 2755 h 10000"/>
              <a:gd name="connsiteX18" fmla="*/ 6840 w 10000"/>
              <a:gd name="connsiteY18" fmla="*/ 2859 h 10000"/>
              <a:gd name="connsiteX19" fmla="*/ 6620 w 10000"/>
              <a:gd name="connsiteY19" fmla="*/ 2944 h 10000"/>
              <a:gd name="connsiteX20" fmla="*/ 6402 w 10000"/>
              <a:gd name="connsiteY20" fmla="*/ 3006 h 10000"/>
              <a:gd name="connsiteX21" fmla="*/ 6184 w 10000"/>
              <a:gd name="connsiteY21" fmla="*/ 3058 h 10000"/>
              <a:gd name="connsiteX22" fmla="*/ 5968 w 10000"/>
              <a:gd name="connsiteY22" fmla="*/ 3109 h 10000"/>
              <a:gd name="connsiteX23" fmla="*/ 5755 w 10000"/>
              <a:gd name="connsiteY23" fmla="*/ 3132 h 10000"/>
              <a:gd name="connsiteX24" fmla="*/ 5542 w 10000"/>
              <a:gd name="connsiteY24" fmla="*/ 3157 h 10000"/>
              <a:gd name="connsiteX25" fmla="*/ 5332 w 10000"/>
              <a:gd name="connsiteY25" fmla="*/ 3171 h 10000"/>
              <a:gd name="connsiteX26" fmla="*/ 5124 w 10000"/>
              <a:gd name="connsiteY26" fmla="*/ 3157 h 10000"/>
              <a:gd name="connsiteX27" fmla="*/ 4918 w 10000"/>
              <a:gd name="connsiteY27" fmla="*/ 3157 h 10000"/>
              <a:gd name="connsiteX28" fmla="*/ 4714 w 10000"/>
              <a:gd name="connsiteY28" fmla="*/ 3132 h 10000"/>
              <a:gd name="connsiteX29" fmla="*/ 4514 w 10000"/>
              <a:gd name="connsiteY29" fmla="*/ 3095 h 10000"/>
              <a:gd name="connsiteX30" fmla="*/ 4316 w 10000"/>
              <a:gd name="connsiteY30" fmla="*/ 3058 h 10000"/>
              <a:gd name="connsiteX31" fmla="*/ 4122 w 10000"/>
              <a:gd name="connsiteY31" fmla="*/ 3020 h 10000"/>
              <a:gd name="connsiteX32" fmla="*/ 3929 w 10000"/>
              <a:gd name="connsiteY32" fmla="*/ 2958 h 10000"/>
              <a:gd name="connsiteX33" fmla="*/ 3739 w 10000"/>
              <a:gd name="connsiteY33" fmla="*/ 2892 h 10000"/>
              <a:gd name="connsiteX34" fmla="*/ 3553 w 10000"/>
              <a:gd name="connsiteY34" fmla="*/ 2833 h 10000"/>
              <a:gd name="connsiteX35" fmla="*/ 3190 w 10000"/>
              <a:gd name="connsiteY35" fmla="*/ 2667 h 10000"/>
              <a:gd name="connsiteX36" fmla="*/ 2842 w 10000"/>
              <a:gd name="connsiteY36" fmla="*/ 2490 h 10000"/>
              <a:gd name="connsiteX37" fmla="*/ 2508 w 10000"/>
              <a:gd name="connsiteY37" fmla="*/ 2305 h 10000"/>
              <a:gd name="connsiteX38" fmla="*/ 2192 w 10000"/>
              <a:gd name="connsiteY38" fmla="*/ 2102 h 10000"/>
              <a:gd name="connsiteX39" fmla="*/ 1890 w 10000"/>
              <a:gd name="connsiteY39" fmla="*/ 1887 h 10000"/>
              <a:gd name="connsiteX40" fmla="*/ 1610 w 10000"/>
              <a:gd name="connsiteY40" fmla="*/ 1659 h 10000"/>
              <a:gd name="connsiteX41" fmla="*/ 1347 w 10000"/>
              <a:gd name="connsiteY41" fmla="*/ 1433 h 10000"/>
              <a:gd name="connsiteX42" fmla="*/ 1105 w 10000"/>
              <a:gd name="connsiteY42" fmla="*/ 1210 h 10000"/>
              <a:gd name="connsiteX43" fmla="*/ 883 w 10000"/>
              <a:gd name="connsiteY43" fmla="*/ 995 h 10000"/>
              <a:gd name="connsiteX44" fmla="*/ 686 w 10000"/>
              <a:gd name="connsiteY44" fmla="*/ 793 h 10000"/>
              <a:gd name="connsiteX45" fmla="*/ 508 w 10000"/>
              <a:gd name="connsiteY45" fmla="*/ 602 h 10000"/>
              <a:gd name="connsiteX46" fmla="*/ 358 w 10000"/>
              <a:gd name="connsiteY46" fmla="*/ 443 h 10000"/>
              <a:gd name="connsiteX47" fmla="*/ 232 w 10000"/>
              <a:gd name="connsiteY47" fmla="*/ 292 h 10000"/>
              <a:gd name="connsiteX48" fmla="*/ 59 w 10000"/>
              <a:gd name="connsiteY48" fmla="*/ 74 h 10000"/>
              <a:gd name="connsiteX49" fmla="*/ 0 w 10000"/>
              <a:gd name="connsiteY49" fmla="*/ 0 h 10000"/>
              <a:gd name="connsiteX50" fmla="*/ 0 w 10000"/>
              <a:gd name="connsiteY50" fmla="*/ 0 h 10000"/>
              <a:gd name="connsiteX0" fmla="*/ 0 w 10000"/>
              <a:gd name="connsiteY0" fmla="*/ 0 h 7955"/>
              <a:gd name="connsiteX1" fmla="*/ 32 w 10000"/>
              <a:gd name="connsiteY1" fmla="*/ 7955 h 7955"/>
              <a:gd name="connsiteX2" fmla="*/ 9953 w 10000"/>
              <a:gd name="connsiteY2" fmla="*/ 1370 h 7955"/>
              <a:gd name="connsiteX3" fmla="*/ 10000 w 10000"/>
              <a:gd name="connsiteY3" fmla="*/ 15 h 7955"/>
              <a:gd name="connsiteX4" fmla="*/ 10000 w 10000"/>
              <a:gd name="connsiteY4" fmla="*/ 15 h 7955"/>
              <a:gd name="connsiteX5" fmla="*/ 9773 w 10000"/>
              <a:gd name="connsiteY5" fmla="*/ 329 h 7955"/>
              <a:gd name="connsiteX6" fmla="*/ 9547 w 10000"/>
              <a:gd name="connsiteY6" fmla="*/ 627 h 7955"/>
              <a:gd name="connsiteX7" fmla="*/ 9320 w 10000"/>
              <a:gd name="connsiteY7" fmla="*/ 919 h 7955"/>
              <a:gd name="connsiteX8" fmla="*/ 9092 w 10000"/>
              <a:gd name="connsiteY8" fmla="*/ 1171 h 7955"/>
              <a:gd name="connsiteX9" fmla="*/ 8865 w 10000"/>
              <a:gd name="connsiteY9" fmla="*/ 1423 h 7955"/>
              <a:gd name="connsiteX10" fmla="*/ 8637 w 10000"/>
              <a:gd name="connsiteY10" fmla="*/ 1659 h 7955"/>
              <a:gd name="connsiteX11" fmla="*/ 8412 w 10000"/>
              <a:gd name="connsiteY11" fmla="*/ 1860 h 7955"/>
              <a:gd name="connsiteX12" fmla="*/ 8184 w 10000"/>
              <a:gd name="connsiteY12" fmla="*/ 2053 h 7955"/>
              <a:gd name="connsiteX13" fmla="*/ 7957 w 10000"/>
              <a:gd name="connsiteY13" fmla="*/ 2228 h 7955"/>
              <a:gd name="connsiteX14" fmla="*/ 7734 w 10000"/>
              <a:gd name="connsiteY14" fmla="*/ 2379 h 7955"/>
              <a:gd name="connsiteX15" fmla="*/ 7508 w 10000"/>
              <a:gd name="connsiteY15" fmla="*/ 2531 h 7955"/>
              <a:gd name="connsiteX16" fmla="*/ 7285 w 10000"/>
              <a:gd name="connsiteY16" fmla="*/ 2657 h 7955"/>
              <a:gd name="connsiteX17" fmla="*/ 7062 w 10000"/>
              <a:gd name="connsiteY17" fmla="*/ 2755 h 7955"/>
              <a:gd name="connsiteX18" fmla="*/ 6840 w 10000"/>
              <a:gd name="connsiteY18" fmla="*/ 2859 h 7955"/>
              <a:gd name="connsiteX19" fmla="*/ 6620 w 10000"/>
              <a:gd name="connsiteY19" fmla="*/ 2944 h 7955"/>
              <a:gd name="connsiteX20" fmla="*/ 6402 w 10000"/>
              <a:gd name="connsiteY20" fmla="*/ 3006 h 7955"/>
              <a:gd name="connsiteX21" fmla="*/ 6184 w 10000"/>
              <a:gd name="connsiteY21" fmla="*/ 3058 h 7955"/>
              <a:gd name="connsiteX22" fmla="*/ 5968 w 10000"/>
              <a:gd name="connsiteY22" fmla="*/ 3109 h 7955"/>
              <a:gd name="connsiteX23" fmla="*/ 5755 w 10000"/>
              <a:gd name="connsiteY23" fmla="*/ 3132 h 7955"/>
              <a:gd name="connsiteX24" fmla="*/ 5542 w 10000"/>
              <a:gd name="connsiteY24" fmla="*/ 3157 h 7955"/>
              <a:gd name="connsiteX25" fmla="*/ 5332 w 10000"/>
              <a:gd name="connsiteY25" fmla="*/ 3171 h 7955"/>
              <a:gd name="connsiteX26" fmla="*/ 5124 w 10000"/>
              <a:gd name="connsiteY26" fmla="*/ 3157 h 7955"/>
              <a:gd name="connsiteX27" fmla="*/ 4918 w 10000"/>
              <a:gd name="connsiteY27" fmla="*/ 3157 h 7955"/>
              <a:gd name="connsiteX28" fmla="*/ 4714 w 10000"/>
              <a:gd name="connsiteY28" fmla="*/ 3132 h 7955"/>
              <a:gd name="connsiteX29" fmla="*/ 4514 w 10000"/>
              <a:gd name="connsiteY29" fmla="*/ 3095 h 7955"/>
              <a:gd name="connsiteX30" fmla="*/ 4316 w 10000"/>
              <a:gd name="connsiteY30" fmla="*/ 3058 h 7955"/>
              <a:gd name="connsiteX31" fmla="*/ 4122 w 10000"/>
              <a:gd name="connsiteY31" fmla="*/ 3020 h 7955"/>
              <a:gd name="connsiteX32" fmla="*/ 3929 w 10000"/>
              <a:gd name="connsiteY32" fmla="*/ 2958 h 7955"/>
              <a:gd name="connsiteX33" fmla="*/ 3739 w 10000"/>
              <a:gd name="connsiteY33" fmla="*/ 2892 h 7955"/>
              <a:gd name="connsiteX34" fmla="*/ 3553 w 10000"/>
              <a:gd name="connsiteY34" fmla="*/ 2833 h 7955"/>
              <a:gd name="connsiteX35" fmla="*/ 3190 w 10000"/>
              <a:gd name="connsiteY35" fmla="*/ 2667 h 7955"/>
              <a:gd name="connsiteX36" fmla="*/ 2842 w 10000"/>
              <a:gd name="connsiteY36" fmla="*/ 2490 h 7955"/>
              <a:gd name="connsiteX37" fmla="*/ 2508 w 10000"/>
              <a:gd name="connsiteY37" fmla="*/ 2305 h 7955"/>
              <a:gd name="connsiteX38" fmla="*/ 2192 w 10000"/>
              <a:gd name="connsiteY38" fmla="*/ 2102 h 7955"/>
              <a:gd name="connsiteX39" fmla="*/ 1890 w 10000"/>
              <a:gd name="connsiteY39" fmla="*/ 1887 h 7955"/>
              <a:gd name="connsiteX40" fmla="*/ 1610 w 10000"/>
              <a:gd name="connsiteY40" fmla="*/ 1659 h 7955"/>
              <a:gd name="connsiteX41" fmla="*/ 1347 w 10000"/>
              <a:gd name="connsiteY41" fmla="*/ 1433 h 7955"/>
              <a:gd name="connsiteX42" fmla="*/ 1105 w 10000"/>
              <a:gd name="connsiteY42" fmla="*/ 1210 h 7955"/>
              <a:gd name="connsiteX43" fmla="*/ 883 w 10000"/>
              <a:gd name="connsiteY43" fmla="*/ 995 h 7955"/>
              <a:gd name="connsiteX44" fmla="*/ 686 w 10000"/>
              <a:gd name="connsiteY44" fmla="*/ 793 h 7955"/>
              <a:gd name="connsiteX45" fmla="*/ 508 w 10000"/>
              <a:gd name="connsiteY45" fmla="*/ 602 h 7955"/>
              <a:gd name="connsiteX46" fmla="*/ 358 w 10000"/>
              <a:gd name="connsiteY46" fmla="*/ 443 h 7955"/>
              <a:gd name="connsiteX47" fmla="*/ 232 w 10000"/>
              <a:gd name="connsiteY47" fmla="*/ 292 h 7955"/>
              <a:gd name="connsiteX48" fmla="*/ 59 w 10000"/>
              <a:gd name="connsiteY48" fmla="*/ 74 h 7955"/>
              <a:gd name="connsiteX49" fmla="*/ 0 w 10000"/>
              <a:gd name="connsiteY49" fmla="*/ 0 h 7955"/>
              <a:gd name="connsiteX50" fmla="*/ 0 w 10000"/>
              <a:gd name="connsiteY50" fmla="*/ 0 h 7955"/>
              <a:gd name="connsiteX0" fmla="*/ 0 w 10000"/>
              <a:gd name="connsiteY0" fmla="*/ 0 h 10000"/>
              <a:gd name="connsiteX1" fmla="*/ 32 w 10000"/>
              <a:gd name="connsiteY1" fmla="*/ 10000 h 10000"/>
              <a:gd name="connsiteX2" fmla="*/ 5409 w 10000"/>
              <a:gd name="connsiteY2" fmla="*/ 5405 h 10000"/>
              <a:gd name="connsiteX3" fmla="*/ 9953 w 10000"/>
              <a:gd name="connsiteY3" fmla="*/ 1722 h 10000"/>
              <a:gd name="connsiteX4" fmla="*/ 10000 w 10000"/>
              <a:gd name="connsiteY4" fmla="*/ 19 h 10000"/>
              <a:gd name="connsiteX5" fmla="*/ 10000 w 10000"/>
              <a:gd name="connsiteY5" fmla="*/ 19 h 10000"/>
              <a:gd name="connsiteX6" fmla="*/ 9773 w 10000"/>
              <a:gd name="connsiteY6" fmla="*/ 414 h 10000"/>
              <a:gd name="connsiteX7" fmla="*/ 9547 w 10000"/>
              <a:gd name="connsiteY7" fmla="*/ 788 h 10000"/>
              <a:gd name="connsiteX8" fmla="*/ 9320 w 10000"/>
              <a:gd name="connsiteY8" fmla="*/ 1155 h 10000"/>
              <a:gd name="connsiteX9" fmla="*/ 9092 w 10000"/>
              <a:gd name="connsiteY9" fmla="*/ 1472 h 10000"/>
              <a:gd name="connsiteX10" fmla="*/ 8865 w 10000"/>
              <a:gd name="connsiteY10" fmla="*/ 1789 h 10000"/>
              <a:gd name="connsiteX11" fmla="*/ 8637 w 10000"/>
              <a:gd name="connsiteY11" fmla="*/ 2085 h 10000"/>
              <a:gd name="connsiteX12" fmla="*/ 8412 w 10000"/>
              <a:gd name="connsiteY12" fmla="*/ 2338 h 10000"/>
              <a:gd name="connsiteX13" fmla="*/ 8184 w 10000"/>
              <a:gd name="connsiteY13" fmla="*/ 2581 h 10000"/>
              <a:gd name="connsiteX14" fmla="*/ 7957 w 10000"/>
              <a:gd name="connsiteY14" fmla="*/ 2801 h 10000"/>
              <a:gd name="connsiteX15" fmla="*/ 7734 w 10000"/>
              <a:gd name="connsiteY15" fmla="*/ 2991 h 10000"/>
              <a:gd name="connsiteX16" fmla="*/ 7508 w 10000"/>
              <a:gd name="connsiteY16" fmla="*/ 3182 h 10000"/>
              <a:gd name="connsiteX17" fmla="*/ 7285 w 10000"/>
              <a:gd name="connsiteY17" fmla="*/ 3340 h 10000"/>
              <a:gd name="connsiteX18" fmla="*/ 7062 w 10000"/>
              <a:gd name="connsiteY18" fmla="*/ 3463 h 10000"/>
              <a:gd name="connsiteX19" fmla="*/ 6840 w 10000"/>
              <a:gd name="connsiteY19" fmla="*/ 3594 h 10000"/>
              <a:gd name="connsiteX20" fmla="*/ 6620 w 10000"/>
              <a:gd name="connsiteY20" fmla="*/ 3701 h 10000"/>
              <a:gd name="connsiteX21" fmla="*/ 6402 w 10000"/>
              <a:gd name="connsiteY21" fmla="*/ 3779 h 10000"/>
              <a:gd name="connsiteX22" fmla="*/ 6184 w 10000"/>
              <a:gd name="connsiteY22" fmla="*/ 3844 h 10000"/>
              <a:gd name="connsiteX23" fmla="*/ 5968 w 10000"/>
              <a:gd name="connsiteY23" fmla="*/ 3908 h 10000"/>
              <a:gd name="connsiteX24" fmla="*/ 5755 w 10000"/>
              <a:gd name="connsiteY24" fmla="*/ 3937 h 10000"/>
              <a:gd name="connsiteX25" fmla="*/ 5542 w 10000"/>
              <a:gd name="connsiteY25" fmla="*/ 3969 h 10000"/>
              <a:gd name="connsiteX26" fmla="*/ 5332 w 10000"/>
              <a:gd name="connsiteY26" fmla="*/ 3986 h 10000"/>
              <a:gd name="connsiteX27" fmla="*/ 5124 w 10000"/>
              <a:gd name="connsiteY27" fmla="*/ 3969 h 10000"/>
              <a:gd name="connsiteX28" fmla="*/ 4918 w 10000"/>
              <a:gd name="connsiteY28" fmla="*/ 3969 h 10000"/>
              <a:gd name="connsiteX29" fmla="*/ 4714 w 10000"/>
              <a:gd name="connsiteY29" fmla="*/ 3937 h 10000"/>
              <a:gd name="connsiteX30" fmla="*/ 4514 w 10000"/>
              <a:gd name="connsiteY30" fmla="*/ 3891 h 10000"/>
              <a:gd name="connsiteX31" fmla="*/ 4316 w 10000"/>
              <a:gd name="connsiteY31" fmla="*/ 3844 h 10000"/>
              <a:gd name="connsiteX32" fmla="*/ 4122 w 10000"/>
              <a:gd name="connsiteY32" fmla="*/ 3796 h 10000"/>
              <a:gd name="connsiteX33" fmla="*/ 3929 w 10000"/>
              <a:gd name="connsiteY33" fmla="*/ 3718 h 10000"/>
              <a:gd name="connsiteX34" fmla="*/ 3739 w 10000"/>
              <a:gd name="connsiteY34" fmla="*/ 3635 h 10000"/>
              <a:gd name="connsiteX35" fmla="*/ 3553 w 10000"/>
              <a:gd name="connsiteY35" fmla="*/ 3561 h 10000"/>
              <a:gd name="connsiteX36" fmla="*/ 3190 w 10000"/>
              <a:gd name="connsiteY36" fmla="*/ 3353 h 10000"/>
              <a:gd name="connsiteX37" fmla="*/ 2842 w 10000"/>
              <a:gd name="connsiteY37" fmla="*/ 3130 h 10000"/>
              <a:gd name="connsiteX38" fmla="*/ 2508 w 10000"/>
              <a:gd name="connsiteY38" fmla="*/ 2898 h 10000"/>
              <a:gd name="connsiteX39" fmla="*/ 2192 w 10000"/>
              <a:gd name="connsiteY39" fmla="*/ 2642 h 10000"/>
              <a:gd name="connsiteX40" fmla="*/ 1890 w 10000"/>
              <a:gd name="connsiteY40" fmla="*/ 2372 h 10000"/>
              <a:gd name="connsiteX41" fmla="*/ 1610 w 10000"/>
              <a:gd name="connsiteY41" fmla="*/ 2085 h 10000"/>
              <a:gd name="connsiteX42" fmla="*/ 1347 w 10000"/>
              <a:gd name="connsiteY42" fmla="*/ 1801 h 10000"/>
              <a:gd name="connsiteX43" fmla="*/ 1105 w 10000"/>
              <a:gd name="connsiteY43" fmla="*/ 1521 h 10000"/>
              <a:gd name="connsiteX44" fmla="*/ 883 w 10000"/>
              <a:gd name="connsiteY44" fmla="*/ 1251 h 10000"/>
              <a:gd name="connsiteX45" fmla="*/ 686 w 10000"/>
              <a:gd name="connsiteY45" fmla="*/ 997 h 10000"/>
              <a:gd name="connsiteX46" fmla="*/ 508 w 10000"/>
              <a:gd name="connsiteY46" fmla="*/ 757 h 10000"/>
              <a:gd name="connsiteX47" fmla="*/ 358 w 10000"/>
              <a:gd name="connsiteY47" fmla="*/ 557 h 10000"/>
              <a:gd name="connsiteX48" fmla="*/ 232 w 10000"/>
              <a:gd name="connsiteY48" fmla="*/ 367 h 10000"/>
              <a:gd name="connsiteX49" fmla="*/ 59 w 10000"/>
              <a:gd name="connsiteY49" fmla="*/ 93 h 10000"/>
              <a:gd name="connsiteX50" fmla="*/ 0 w 10000"/>
              <a:gd name="connsiteY50" fmla="*/ 0 h 10000"/>
              <a:gd name="connsiteX51" fmla="*/ 0 w 10000"/>
              <a:gd name="connsiteY51" fmla="*/ 0 h 10000"/>
              <a:gd name="connsiteX0" fmla="*/ 0 w 10000"/>
              <a:gd name="connsiteY0" fmla="*/ 0 h 5405"/>
              <a:gd name="connsiteX1" fmla="*/ 16 w 10000"/>
              <a:gd name="connsiteY1" fmla="*/ 2608 h 5405"/>
              <a:gd name="connsiteX2" fmla="*/ 5409 w 10000"/>
              <a:gd name="connsiteY2" fmla="*/ 5405 h 5405"/>
              <a:gd name="connsiteX3" fmla="*/ 9953 w 10000"/>
              <a:gd name="connsiteY3" fmla="*/ 1722 h 5405"/>
              <a:gd name="connsiteX4" fmla="*/ 10000 w 10000"/>
              <a:gd name="connsiteY4" fmla="*/ 19 h 5405"/>
              <a:gd name="connsiteX5" fmla="*/ 10000 w 10000"/>
              <a:gd name="connsiteY5" fmla="*/ 19 h 5405"/>
              <a:gd name="connsiteX6" fmla="*/ 9773 w 10000"/>
              <a:gd name="connsiteY6" fmla="*/ 414 h 5405"/>
              <a:gd name="connsiteX7" fmla="*/ 9547 w 10000"/>
              <a:gd name="connsiteY7" fmla="*/ 788 h 5405"/>
              <a:gd name="connsiteX8" fmla="*/ 9320 w 10000"/>
              <a:gd name="connsiteY8" fmla="*/ 1155 h 5405"/>
              <a:gd name="connsiteX9" fmla="*/ 9092 w 10000"/>
              <a:gd name="connsiteY9" fmla="*/ 1472 h 5405"/>
              <a:gd name="connsiteX10" fmla="*/ 8865 w 10000"/>
              <a:gd name="connsiteY10" fmla="*/ 1789 h 5405"/>
              <a:gd name="connsiteX11" fmla="*/ 8637 w 10000"/>
              <a:gd name="connsiteY11" fmla="*/ 2085 h 5405"/>
              <a:gd name="connsiteX12" fmla="*/ 8412 w 10000"/>
              <a:gd name="connsiteY12" fmla="*/ 2338 h 5405"/>
              <a:gd name="connsiteX13" fmla="*/ 8184 w 10000"/>
              <a:gd name="connsiteY13" fmla="*/ 2581 h 5405"/>
              <a:gd name="connsiteX14" fmla="*/ 7957 w 10000"/>
              <a:gd name="connsiteY14" fmla="*/ 2801 h 5405"/>
              <a:gd name="connsiteX15" fmla="*/ 7734 w 10000"/>
              <a:gd name="connsiteY15" fmla="*/ 2991 h 5405"/>
              <a:gd name="connsiteX16" fmla="*/ 7508 w 10000"/>
              <a:gd name="connsiteY16" fmla="*/ 3182 h 5405"/>
              <a:gd name="connsiteX17" fmla="*/ 7285 w 10000"/>
              <a:gd name="connsiteY17" fmla="*/ 3340 h 5405"/>
              <a:gd name="connsiteX18" fmla="*/ 7062 w 10000"/>
              <a:gd name="connsiteY18" fmla="*/ 3463 h 5405"/>
              <a:gd name="connsiteX19" fmla="*/ 6840 w 10000"/>
              <a:gd name="connsiteY19" fmla="*/ 3594 h 5405"/>
              <a:gd name="connsiteX20" fmla="*/ 6620 w 10000"/>
              <a:gd name="connsiteY20" fmla="*/ 3701 h 5405"/>
              <a:gd name="connsiteX21" fmla="*/ 6402 w 10000"/>
              <a:gd name="connsiteY21" fmla="*/ 3779 h 5405"/>
              <a:gd name="connsiteX22" fmla="*/ 6184 w 10000"/>
              <a:gd name="connsiteY22" fmla="*/ 3844 h 5405"/>
              <a:gd name="connsiteX23" fmla="*/ 5968 w 10000"/>
              <a:gd name="connsiteY23" fmla="*/ 3908 h 5405"/>
              <a:gd name="connsiteX24" fmla="*/ 5755 w 10000"/>
              <a:gd name="connsiteY24" fmla="*/ 3937 h 5405"/>
              <a:gd name="connsiteX25" fmla="*/ 5542 w 10000"/>
              <a:gd name="connsiteY25" fmla="*/ 3969 h 5405"/>
              <a:gd name="connsiteX26" fmla="*/ 5332 w 10000"/>
              <a:gd name="connsiteY26" fmla="*/ 3986 h 5405"/>
              <a:gd name="connsiteX27" fmla="*/ 5124 w 10000"/>
              <a:gd name="connsiteY27" fmla="*/ 3969 h 5405"/>
              <a:gd name="connsiteX28" fmla="*/ 4918 w 10000"/>
              <a:gd name="connsiteY28" fmla="*/ 3969 h 5405"/>
              <a:gd name="connsiteX29" fmla="*/ 4714 w 10000"/>
              <a:gd name="connsiteY29" fmla="*/ 3937 h 5405"/>
              <a:gd name="connsiteX30" fmla="*/ 4514 w 10000"/>
              <a:gd name="connsiteY30" fmla="*/ 3891 h 5405"/>
              <a:gd name="connsiteX31" fmla="*/ 4316 w 10000"/>
              <a:gd name="connsiteY31" fmla="*/ 3844 h 5405"/>
              <a:gd name="connsiteX32" fmla="*/ 4122 w 10000"/>
              <a:gd name="connsiteY32" fmla="*/ 3796 h 5405"/>
              <a:gd name="connsiteX33" fmla="*/ 3929 w 10000"/>
              <a:gd name="connsiteY33" fmla="*/ 3718 h 5405"/>
              <a:gd name="connsiteX34" fmla="*/ 3739 w 10000"/>
              <a:gd name="connsiteY34" fmla="*/ 3635 h 5405"/>
              <a:gd name="connsiteX35" fmla="*/ 3553 w 10000"/>
              <a:gd name="connsiteY35" fmla="*/ 3561 h 5405"/>
              <a:gd name="connsiteX36" fmla="*/ 3190 w 10000"/>
              <a:gd name="connsiteY36" fmla="*/ 3353 h 5405"/>
              <a:gd name="connsiteX37" fmla="*/ 2842 w 10000"/>
              <a:gd name="connsiteY37" fmla="*/ 3130 h 5405"/>
              <a:gd name="connsiteX38" fmla="*/ 2508 w 10000"/>
              <a:gd name="connsiteY38" fmla="*/ 2898 h 5405"/>
              <a:gd name="connsiteX39" fmla="*/ 2192 w 10000"/>
              <a:gd name="connsiteY39" fmla="*/ 2642 h 5405"/>
              <a:gd name="connsiteX40" fmla="*/ 1890 w 10000"/>
              <a:gd name="connsiteY40" fmla="*/ 2372 h 5405"/>
              <a:gd name="connsiteX41" fmla="*/ 1610 w 10000"/>
              <a:gd name="connsiteY41" fmla="*/ 2085 h 5405"/>
              <a:gd name="connsiteX42" fmla="*/ 1347 w 10000"/>
              <a:gd name="connsiteY42" fmla="*/ 1801 h 5405"/>
              <a:gd name="connsiteX43" fmla="*/ 1105 w 10000"/>
              <a:gd name="connsiteY43" fmla="*/ 1521 h 5405"/>
              <a:gd name="connsiteX44" fmla="*/ 883 w 10000"/>
              <a:gd name="connsiteY44" fmla="*/ 1251 h 5405"/>
              <a:gd name="connsiteX45" fmla="*/ 686 w 10000"/>
              <a:gd name="connsiteY45" fmla="*/ 997 h 5405"/>
              <a:gd name="connsiteX46" fmla="*/ 508 w 10000"/>
              <a:gd name="connsiteY46" fmla="*/ 757 h 5405"/>
              <a:gd name="connsiteX47" fmla="*/ 358 w 10000"/>
              <a:gd name="connsiteY47" fmla="*/ 557 h 5405"/>
              <a:gd name="connsiteX48" fmla="*/ 232 w 10000"/>
              <a:gd name="connsiteY48" fmla="*/ 367 h 5405"/>
              <a:gd name="connsiteX49" fmla="*/ 59 w 10000"/>
              <a:gd name="connsiteY49" fmla="*/ 93 h 5405"/>
              <a:gd name="connsiteX50" fmla="*/ 0 w 10000"/>
              <a:gd name="connsiteY50" fmla="*/ 0 h 5405"/>
              <a:gd name="connsiteX51" fmla="*/ 0 w 10000"/>
              <a:gd name="connsiteY51" fmla="*/ 0 h 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000" h="5405">
                <a:moveTo>
                  <a:pt x="0" y="0"/>
                </a:moveTo>
                <a:cubicBezTo>
                  <a:pt x="5" y="4190"/>
                  <a:pt x="11" y="-1582"/>
                  <a:pt x="16" y="2608"/>
                </a:cubicBezTo>
                <a:lnTo>
                  <a:pt x="5409" y="5405"/>
                </a:lnTo>
                <a:lnTo>
                  <a:pt x="9953" y="1722"/>
                </a:lnTo>
                <a:cubicBezTo>
                  <a:pt x="9969" y="1154"/>
                  <a:pt x="9984" y="587"/>
                  <a:pt x="10000" y="19"/>
                </a:cubicBezTo>
                <a:lnTo>
                  <a:pt x="10000" y="19"/>
                </a:lnTo>
                <a:lnTo>
                  <a:pt x="9773" y="414"/>
                </a:lnTo>
                <a:cubicBezTo>
                  <a:pt x="9698" y="539"/>
                  <a:pt x="9622" y="663"/>
                  <a:pt x="9547" y="788"/>
                </a:cubicBezTo>
                <a:cubicBezTo>
                  <a:pt x="9471" y="910"/>
                  <a:pt x="9396" y="1033"/>
                  <a:pt x="9320" y="1155"/>
                </a:cubicBezTo>
                <a:lnTo>
                  <a:pt x="9092" y="1472"/>
                </a:lnTo>
                <a:lnTo>
                  <a:pt x="8865" y="1789"/>
                </a:lnTo>
                <a:lnTo>
                  <a:pt x="8637" y="2085"/>
                </a:lnTo>
                <a:lnTo>
                  <a:pt x="8412" y="2338"/>
                </a:lnTo>
                <a:lnTo>
                  <a:pt x="8184" y="2581"/>
                </a:lnTo>
                <a:lnTo>
                  <a:pt x="7957" y="2801"/>
                </a:lnTo>
                <a:lnTo>
                  <a:pt x="7734" y="2991"/>
                </a:lnTo>
                <a:lnTo>
                  <a:pt x="7508" y="3182"/>
                </a:lnTo>
                <a:lnTo>
                  <a:pt x="7285" y="3340"/>
                </a:lnTo>
                <a:lnTo>
                  <a:pt x="7062" y="3463"/>
                </a:lnTo>
                <a:lnTo>
                  <a:pt x="6840" y="3594"/>
                </a:lnTo>
                <a:lnTo>
                  <a:pt x="6620" y="3701"/>
                </a:lnTo>
                <a:lnTo>
                  <a:pt x="6402" y="3779"/>
                </a:lnTo>
                <a:lnTo>
                  <a:pt x="6184" y="3844"/>
                </a:lnTo>
                <a:lnTo>
                  <a:pt x="5968" y="3908"/>
                </a:lnTo>
                <a:lnTo>
                  <a:pt x="5755" y="3937"/>
                </a:lnTo>
                <a:lnTo>
                  <a:pt x="5542" y="3969"/>
                </a:lnTo>
                <a:lnTo>
                  <a:pt x="5332" y="3986"/>
                </a:lnTo>
                <a:lnTo>
                  <a:pt x="5124" y="3969"/>
                </a:lnTo>
                <a:lnTo>
                  <a:pt x="4918" y="3969"/>
                </a:lnTo>
                <a:lnTo>
                  <a:pt x="4714" y="3937"/>
                </a:lnTo>
                <a:lnTo>
                  <a:pt x="4514" y="3891"/>
                </a:lnTo>
                <a:lnTo>
                  <a:pt x="4316" y="3844"/>
                </a:lnTo>
                <a:lnTo>
                  <a:pt x="4122" y="3796"/>
                </a:lnTo>
                <a:lnTo>
                  <a:pt x="3929" y="3718"/>
                </a:lnTo>
                <a:lnTo>
                  <a:pt x="3739" y="3635"/>
                </a:lnTo>
                <a:lnTo>
                  <a:pt x="3553" y="3561"/>
                </a:lnTo>
                <a:lnTo>
                  <a:pt x="3190" y="3353"/>
                </a:lnTo>
                <a:lnTo>
                  <a:pt x="2842" y="3130"/>
                </a:lnTo>
                <a:lnTo>
                  <a:pt x="2508" y="2898"/>
                </a:lnTo>
                <a:lnTo>
                  <a:pt x="2192" y="2642"/>
                </a:lnTo>
                <a:lnTo>
                  <a:pt x="1890" y="2372"/>
                </a:lnTo>
                <a:lnTo>
                  <a:pt x="1610" y="2085"/>
                </a:lnTo>
                <a:lnTo>
                  <a:pt x="1347" y="1801"/>
                </a:lnTo>
                <a:lnTo>
                  <a:pt x="1105" y="1521"/>
                </a:lnTo>
                <a:lnTo>
                  <a:pt x="883" y="1251"/>
                </a:lnTo>
                <a:cubicBezTo>
                  <a:pt x="817" y="1167"/>
                  <a:pt x="752" y="1081"/>
                  <a:pt x="686" y="997"/>
                </a:cubicBezTo>
                <a:cubicBezTo>
                  <a:pt x="627" y="916"/>
                  <a:pt x="567" y="837"/>
                  <a:pt x="508" y="757"/>
                </a:cubicBezTo>
                <a:lnTo>
                  <a:pt x="358" y="557"/>
                </a:lnTo>
                <a:lnTo>
                  <a:pt x="232" y="367"/>
                </a:lnTo>
                <a:cubicBezTo>
                  <a:pt x="174" y="277"/>
                  <a:pt x="117" y="184"/>
                  <a:pt x="59" y="93"/>
                </a:cubicBezTo>
                <a:cubicBezTo>
                  <a:pt x="39" y="62"/>
                  <a:pt x="20" y="31"/>
                  <a:pt x="0" y="0"/>
                </a:cubicBez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2F7C1910-61FC-214E-B19D-2354E571E6B1}"/>
              </a:ext>
            </a:extLst>
          </p:cNvPr>
          <p:cNvSpPr/>
          <p:nvPr userDrawn="1"/>
        </p:nvSpPr>
        <p:spPr bwMode="gray">
          <a:xfrm rot="15922489">
            <a:off x="5152591"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Tree>
    <p:extLst>
      <p:ext uri="{BB962C8B-B14F-4D97-AF65-F5344CB8AC3E}">
        <p14:creationId xmlns:p14="http://schemas.microsoft.com/office/powerpoint/2010/main" val="10779376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18"/>
          <p:cNvSpPr>
            <a:spLocks noGrp="1"/>
          </p:cNvSpPr>
          <p:nvPr>
            <p:ph type="sldNum" sz="quarter" idx="4"/>
          </p:nvPr>
        </p:nvSpPr>
        <p:spPr>
          <a:xfrm>
            <a:off x="11717870" y="6576485"/>
            <a:ext cx="465665" cy="251883"/>
          </a:xfrm>
          <a:prstGeom prst="rect">
            <a:avLst/>
          </a:prstGeom>
        </p:spPr>
        <p:txBody>
          <a:bodyPr vert="horz" lIns="91440" tIns="45720" rIns="91440" bIns="45720" rtlCol="0" anchor="ctr"/>
          <a:lstStyle>
            <a:lvl1pPr algn="r">
              <a:defRPr sz="1200">
                <a:solidFill>
                  <a:schemeClr val="bg1"/>
                </a:solidFill>
              </a:defRPr>
            </a:lvl1pPr>
          </a:lstStyle>
          <a:p>
            <a:fld id="{6DAB5816-974A-4D7A-A532-5700C169E5DF}" type="slidenum">
              <a:rPr lang="en-US" smtClean="0"/>
              <a:pPr/>
              <a:t>‹#›</a:t>
            </a:fld>
            <a:endParaRPr lang="en-US"/>
          </a:p>
        </p:txBody>
      </p:sp>
    </p:spTree>
    <p:extLst>
      <p:ext uri="{BB962C8B-B14F-4D97-AF65-F5344CB8AC3E}">
        <p14:creationId xmlns:p14="http://schemas.microsoft.com/office/powerpoint/2010/main" val="4108650495"/>
      </p:ext>
    </p:extLst>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D4E2498-A048-2783-C4FB-D7CA993C9BA8}"/>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3" name="Title Placeholder 1">
            <a:extLst>
              <a:ext uri="{FF2B5EF4-FFF2-40B4-BE49-F238E27FC236}">
                <a16:creationId xmlns:a16="http://schemas.microsoft.com/office/drawing/2014/main" id="{687FFEAB-67A9-B207-0842-A1B574762D4F}"/>
              </a:ext>
            </a:extLst>
          </p:cNvPr>
          <p:cNvSpPr>
            <a:spLocks noGrp="1"/>
          </p:cNvSpPr>
          <p:nvPr>
            <p:ph type="title"/>
          </p:nvPr>
        </p:nvSpPr>
        <p:spPr>
          <a:xfrm>
            <a:off x="394316" y="258593"/>
            <a:ext cx="10515600" cy="1325563"/>
          </a:xfrm>
          <a:prstGeom prst="rect">
            <a:avLst/>
          </a:prstGeom>
        </p:spPr>
        <p:txBody>
          <a:bodyPr vert="horz" lIns="91440" tIns="45720" rIns="91440" bIns="45720" rtlCol="0" anchor="ctr">
            <a:noAutofit/>
          </a:bodyPr>
          <a:lstStyle/>
          <a:p>
            <a:r>
              <a:rPr lang="en-GB"/>
              <a:t>Click to edit Master title style</a:t>
            </a:r>
            <a:endParaRPr lang="en-US"/>
          </a:p>
        </p:txBody>
      </p:sp>
      <p:sp>
        <p:nvSpPr>
          <p:cNvPr id="4" name="Text Placeholder 2">
            <a:extLst>
              <a:ext uri="{FF2B5EF4-FFF2-40B4-BE49-F238E27FC236}">
                <a16:creationId xmlns:a16="http://schemas.microsoft.com/office/drawing/2014/main" id="{FED5B1B0-C1A3-5237-52D2-1DD996BEFC94}"/>
              </a:ext>
            </a:extLst>
          </p:cNvPr>
          <p:cNvSpPr>
            <a:spLocks noGrp="1"/>
          </p:cNvSpPr>
          <p:nvPr>
            <p:ph idx="1"/>
          </p:nvPr>
        </p:nvSpPr>
        <p:spPr>
          <a:xfrm>
            <a:off x="394316" y="1800736"/>
            <a:ext cx="10515600" cy="3892007"/>
          </a:xfrm>
          <a:prstGeom prst="rect">
            <a:avLst/>
          </a:prstGeom>
        </p:spPr>
        <p:txBody>
          <a:bodyPr vert="horz" lIns="91440" tIns="45720" rIns="91440" bIns="45720" rtlCol="0">
            <a:noAutofit/>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Box 12" descr="page number">
            <a:extLst>
              <a:ext uri="{FF2B5EF4-FFF2-40B4-BE49-F238E27FC236}">
                <a16:creationId xmlns:a16="http://schemas.microsoft.com/office/drawing/2014/main" id="{F1EBFCB3-064E-C9C9-75F5-956FE9C11B99}"/>
              </a:ext>
            </a:extLst>
          </p:cNvPr>
          <p:cNvSpPr txBox="1"/>
          <p:nvPr userDrawn="1"/>
        </p:nvSpPr>
        <p:spPr>
          <a:xfrm>
            <a:off x="11795408" y="6588185"/>
            <a:ext cx="150682"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Calibri" panose="020F0502020204030204" pitchFamily="34" charset="0"/>
                <a:ea typeface="Intel Clear" panose="020B0604020203020204" pitchFamily="34" charset="0"/>
                <a:cs typeface="Calibri" panose="020F0502020204030204" pitchFamily="34"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a:ln>
                <a:noFill/>
              </a:ln>
              <a:solidFill>
                <a:schemeClr val="tx1"/>
              </a:solidFill>
              <a:effectLst/>
              <a:uFillTx/>
              <a:latin typeface="Calibri" panose="020F0502020204030204" pitchFamily="34" charset="0"/>
              <a:ea typeface="Intel Clear" panose="020B0604020203020204" pitchFamily="34" charset="0"/>
              <a:cs typeface="Calibri" panose="020F0502020204030204" pitchFamily="34" charset="0"/>
              <a:sym typeface="Helvetica Neue"/>
            </a:endParaRPr>
          </a:p>
        </p:txBody>
      </p:sp>
      <p:grpSp>
        <p:nvGrpSpPr>
          <p:cNvPr id="41" name="Group 40">
            <a:extLst>
              <a:ext uri="{FF2B5EF4-FFF2-40B4-BE49-F238E27FC236}">
                <a16:creationId xmlns:a16="http://schemas.microsoft.com/office/drawing/2014/main" id="{84FB7D88-4F43-62D6-0EF9-222B457DE2CF}"/>
              </a:ext>
            </a:extLst>
          </p:cNvPr>
          <p:cNvGrpSpPr/>
          <p:nvPr userDrawn="1"/>
        </p:nvGrpSpPr>
        <p:grpSpPr>
          <a:xfrm>
            <a:off x="11153776" y="6525928"/>
            <a:ext cx="514271" cy="332074"/>
            <a:chOff x="11153776" y="6525314"/>
            <a:chExt cx="514271" cy="332687"/>
          </a:xfrm>
        </p:grpSpPr>
        <p:sp>
          <p:nvSpPr>
            <p:cNvPr id="10" name="Rectangle 9">
              <a:extLst>
                <a:ext uri="{FF2B5EF4-FFF2-40B4-BE49-F238E27FC236}">
                  <a16:creationId xmlns:a16="http://schemas.microsoft.com/office/drawing/2014/main" id="{F349A1E4-0F90-35A5-36FD-7CB28EFEA1D4}"/>
                </a:ext>
              </a:extLst>
            </p:cNvPr>
            <p:cNvSpPr/>
            <p:nvPr userDrawn="1"/>
          </p:nvSpPr>
          <p:spPr>
            <a:xfrm>
              <a:off x="11458575" y="6525314"/>
              <a:ext cx="104950" cy="163425"/>
            </a:xfrm>
            <a:prstGeom prst="rect">
              <a:avLst/>
            </a:prstGeom>
            <a:solidFill>
              <a:srgbClr val="013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Rectangle 10">
              <a:extLst>
                <a:ext uri="{FF2B5EF4-FFF2-40B4-BE49-F238E27FC236}">
                  <a16:creationId xmlns:a16="http://schemas.microsoft.com/office/drawing/2014/main" id="{D60EC1A7-CB3A-010A-DEB3-A64889416BE0}"/>
                </a:ext>
              </a:extLst>
            </p:cNvPr>
            <p:cNvSpPr/>
            <p:nvPr userDrawn="1"/>
          </p:nvSpPr>
          <p:spPr>
            <a:xfrm>
              <a:off x="11565324" y="6686550"/>
              <a:ext cx="102723" cy="171450"/>
            </a:xfrm>
            <a:prstGeom prst="rect">
              <a:avLst/>
            </a:prstGeom>
            <a:solidFill>
              <a:srgbClr val="013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4" name="Rectangle 13">
              <a:extLst>
                <a:ext uri="{FF2B5EF4-FFF2-40B4-BE49-F238E27FC236}">
                  <a16:creationId xmlns:a16="http://schemas.microsoft.com/office/drawing/2014/main" id="{3EDE9871-6354-F271-D639-25C2C835E8D7}"/>
                </a:ext>
              </a:extLst>
            </p:cNvPr>
            <p:cNvSpPr/>
            <p:nvPr userDrawn="1"/>
          </p:nvSpPr>
          <p:spPr>
            <a:xfrm>
              <a:off x="11153776" y="6686551"/>
              <a:ext cx="303938" cy="171450"/>
            </a:xfrm>
            <a:prstGeom prst="rect">
              <a:avLst/>
            </a:prstGeom>
            <a:solidFill>
              <a:srgbClr val="013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grpSp>
      <p:cxnSp>
        <p:nvCxnSpPr>
          <p:cNvPr id="48" name="Straight Connector 47">
            <a:extLst>
              <a:ext uri="{FF2B5EF4-FFF2-40B4-BE49-F238E27FC236}">
                <a16:creationId xmlns:a16="http://schemas.microsoft.com/office/drawing/2014/main" id="{DDDB90E9-ADF1-7282-BA47-AEEE8F8B43C6}"/>
              </a:ext>
            </a:extLst>
          </p:cNvPr>
          <p:cNvCxnSpPr>
            <a:cxnSpLocks/>
          </p:cNvCxnSpPr>
          <p:nvPr userDrawn="1"/>
        </p:nvCxnSpPr>
        <p:spPr>
          <a:xfrm>
            <a:off x="0" y="6519914"/>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descr="A blue and orange logo&#10;&#10;Description automatically generated">
            <a:extLst>
              <a:ext uri="{FF2B5EF4-FFF2-40B4-BE49-F238E27FC236}">
                <a16:creationId xmlns:a16="http://schemas.microsoft.com/office/drawing/2014/main" id="{F1A64E8E-C8D9-4991-2ACC-55EB708D543D}"/>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0281479" y="6608169"/>
            <a:ext cx="689049" cy="174165"/>
          </a:xfrm>
          <a:prstGeom prst="rect">
            <a:avLst/>
          </a:prstGeom>
        </p:spPr>
      </p:pic>
      <p:sp>
        <p:nvSpPr>
          <p:cNvPr id="6" name="Rectangle 5" descr="Department or Event Name">
            <a:extLst>
              <a:ext uri="{FF2B5EF4-FFF2-40B4-BE49-F238E27FC236}">
                <a16:creationId xmlns:a16="http://schemas.microsoft.com/office/drawing/2014/main" id="{A284BA5B-7C11-1AD4-6015-3746033F2AC7}"/>
              </a:ext>
            </a:extLst>
          </p:cNvPr>
          <p:cNvSpPr/>
          <p:nvPr userDrawn="1"/>
        </p:nvSpPr>
        <p:spPr>
          <a:xfrm>
            <a:off x="4817434" y="6599771"/>
            <a:ext cx="2186817" cy="192360"/>
          </a:xfrm>
          <a:prstGeom prst="rect">
            <a:avLst/>
          </a:prstGeom>
        </p:spPr>
        <p:txBody>
          <a:bodyPr wrap="none">
            <a:spAutoFit/>
          </a:bodyPr>
          <a:lstStyle/>
          <a:p>
            <a:pPr algn="l"/>
            <a:r>
              <a:rPr lang="en-US" sz="650">
                <a:latin typeface="Calibri" panose="020F0502020204030204" pitchFamily="34" charset="0"/>
              </a:rPr>
              <a:t>(c) 2024 Articul8 AI, Inc. – Confidential – Shared under NDA</a:t>
            </a:r>
            <a:endParaRPr lang="en-US" sz="650" b="0" i="0">
              <a:solidFill>
                <a:schemeClr val="tx1"/>
              </a:solidFill>
              <a:latin typeface="Calibri" panose="020F0502020204030204" pitchFamily="34" charset="0"/>
              <a:ea typeface="Intel Clear" panose="020B0604020203020204" pitchFamily="34" charset="0"/>
              <a:cs typeface="Calibri" panose="020F0502020204030204" pitchFamily="34" charset="0"/>
            </a:endParaRPr>
          </a:p>
        </p:txBody>
      </p:sp>
      <p:grpSp>
        <p:nvGrpSpPr>
          <p:cNvPr id="7" name="Group 6">
            <a:extLst>
              <a:ext uri="{FF2B5EF4-FFF2-40B4-BE49-F238E27FC236}">
                <a16:creationId xmlns:a16="http://schemas.microsoft.com/office/drawing/2014/main" id="{806DFCD9-A7FC-96C4-8B80-9FEE031A4063}"/>
              </a:ext>
            </a:extLst>
          </p:cNvPr>
          <p:cNvGrpSpPr/>
          <p:nvPr userDrawn="1"/>
        </p:nvGrpSpPr>
        <p:grpSpPr>
          <a:xfrm>
            <a:off x="2" y="6524939"/>
            <a:ext cx="531118" cy="333061"/>
            <a:chOff x="1" y="6524939"/>
            <a:chExt cx="634999" cy="333061"/>
          </a:xfrm>
        </p:grpSpPr>
        <p:sp>
          <p:nvSpPr>
            <p:cNvPr id="8" name="Freeform 7">
              <a:extLst>
                <a:ext uri="{FF2B5EF4-FFF2-40B4-BE49-F238E27FC236}">
                  <a16:creationId xmlns:a16="http://schemas.microsoft.com/office/drawing/2014/main" id="{F1B4D68E-0946-4732-2764-C0475B232536}"/>
                </a:ext>
              </a:extLst>
            </p:cNvPr>
            <p:cNvSpPr/>
            <p:nvPr userDrawn="1"/>
          </p:nvSpPr>
          <p:spPr>
            <a:xfrm>
              <a:off x="1" y="6524939"/>
              <a:ext cx="209549" cy="333059"/>
            </a:xfrm>
            <a:custGeom>
              <a:avLst/>
              <a:gdLst>
                <a:gd name="connsiteX0" fmla="*/ 0 w 209549"/>
                <a:gd name="connsiteY0" fmla="*/ 0 h 332686"/>
                <a:gd name="connsiteX1" fmla="*/ 101600 w 209549"/>
                <a:gd name="connsiteY1" fmla="*/ 0 h 332686"/>
                <a:gd name="connsiteX2" fmla="*/ 101600 w 209549"/>
                <a:gd name="connsiteY2" fmla="*/ 986 h 332686"/>
                <a:gd name="connsiteX3" fmla="*/ 209549 w 209549"/>
                <a:gd name="connsiteY3" fmla="*/ 986 h 332686"/>
                <a:gd name="connsiteX4" fmla="*/ 209549 w 209549"/>
                <a:gd name="connsiteY4" fmla="*/ 164411 h 332686"/>
                <a:gd name="connsiteX5" fmla="*/ 101600 w 209549"/>
                <a:gd name="connsiteY5" fmla="*/ 164411 h 332686"/>
                <a:gd name="connsiteX6" fmla="*/ 101600 w 209549"/>
                <a:gd name="connsiteY6" fmla="*/ 332686 h 332686"/>
                <a:gd name="connsiteX7" fmla="*/ 0 w 209549"/>
                <a:gd name="connsiteY7" fmla="*/ 332686 h 332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49" h="332686">
                  <a:moveTo>
                    <a:pt x="0" y="0"/>
                  </a:moveTo>
                  <a:lnTo>
                    <a:pt x="101600" y="0"/>
                  </a:lnTo>
                  <a:lnTo>
                    <a:pt x="101600" y="986"/>
                  </a:lnTo>
                  <a:lnTo>
                    <a:pt x="209549" y="986"/>
                  </a:lnTo>
                  <a:lnTo>
                    <a:pt x="209549" y="164411"/>
                  </a:lnTo>
                  <a:lnTo>
                    <a:pt x="101600" y="164411"/>
                  </a:lnTo>
                  <a:lnTo>
                    <a:pt x="101600" y="332686"/>
                  </a:lnTo>
                  <a:lnTo>
                    <a:pt x="0" y="332686"/>
                  </a:lnTo>
                  <a:close/>
                </a:path>
              </a:pathLst>
            </a:custGeom>
            <a:solidFill>
              <a:srgbClr val="0131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ndParaRPr>
            </a:p>
          </p:txBody>
        </p:sp>
        <p:sp>
          <p:nvSpPr>
            <p:cNvPr id="12" name="Freeform 11">
              <a:extLst>
                <a:ext uri="{FF2B5EF4-FFF2-40B4-BE49-F238E27FC236}">
                  <a16:creationId xmlns:a16="http://schemas.microsoft.com/office/drawing/2014/main" id="{3EEA536C-4EC0-D016-9071-194FBC9DDC1C}"/>
                </a:ext>
              </a:extLst>
            </p:cNvPr>
            <p:cNvSpPr/>
            <p:nvPr userDrawn="1"/>
          </p:nvSpPr>
          <p:spPr>
            <a:xfrm>
              <a:off x="210393" y="6525928"/>
              <a:ext cx="424607" cy="332072"/>
            </a:xfrm>
            <a:custGeom>
              <a:avLst/>
              <a:gdLst>
                <a:gd name="connsiteX0" fmla="*/ 323007 w 424607"/>
                <a:gd name="connsiteY0" fmla="*/ 0 h 331700"/>
                <a:gd name="connsiteX1" fmla="*/ 424607 w 424607"/>
                <a:gd name="connsiteY1" fmla="*/ 0 h 331700"/>
                <a:gd name="connsiteX2" fmla="*/ 424607 w 424607"/>
                <a:gd name="connsiteY2" fmla="*/ 163424 h 331700"/>
                <a:gd name="connsiteX3" fmla="*/ 424607 w 424607"/>
                <a:gd name="connsiteY3" fmla="*/ 331700 h 331700"/>
                <a:gd name="connsiteX4" fmla="*/ 323007 w 424607"/>
                <a:gd name="connsiteY4" fmla="*/ 331700 h 331700"/>
                <a:gd name="connsiteX5" fmla="*/ 0 w 424607"/>
                <a:gd name="connsiteY5" fmla="*/ 331700 h 331700"/>
                <a:gd name="connsiteX6" fmla="*/ 0 w 424607"/>
                <a:gd name="connsiteY6" fmla="*/ 163424 h 331700"/>
                <a:gd name="connsiteX7" fmla="*/ 323007 w 424607"/>
                <a:gd name="connsiteY7" fmla="*/ 163424 h 33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4607" h="331700">
                  <a:moveTo>
                    <a:pt x="323007" y="0"/>
                  </a:moveTo>
                  <a:lnTo>
                    <a:pt x="424607" y="0"/>
                  </a:lnTo>
                  <a:lnTo>
                    <a:pt x="424607" y="163424"/>
                  </a:lnTo>
                  <a:lnTo>
                    <a:pt x="424607" y="331700"/>
                  </a:lnTo>
                  <a:lnTo>
                    <a:pt x="323007" y="331700"/>
                  </a:lnTo>
                  <a:lnTo>
                    <a:pt x="0" y="331700"/>
                  </a:lnTo>
                  <a:lnTo>
                    <a:pt x="0" y="163424"/>
                  </a:lnTo>
                  <a:lnTo>
                    <a:pt x="323007" y="163424"/>
                  </a:lnTo>
                  <a:close/>
                </a:path>
              </a:pathLst>
            </a:custGeom>
            <a:solidFill>
              <a:srgbClr val="0131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ndParaRPr>
            </a:p>
          </p:txBody>
        </p:sp>
      </p:grpSp>
    </p:spTree>
    <p:extLst>
      <p:ext uri="{BB962C8B-B14F-4D97-AF65-F5344CB8AC3E}">
        <p14:creationId xmlns:p14="http://schemas.microsoft.com/office/powerpoint/2010/main" val="41951169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D3C3-B026-43DF-8686-9C065DC78B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ABD0B25-2E9A-4808-A95D-C824869C1A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2A3AE71D-5436-4B97-ABE7-084D2A72628D}"/>
              </a:ext>
            </a:extLst>
          </p:cNvPr>
          <p:cNvSpPr>
            <a:spLocks noGrp="1"/>
          </p:cNvSpPr>
          <p:nvPr>
            <p:ph type="dt" sz="half" idx="10"/>
          </p:nvPr>
        </p:nvSpPr>
        <p:spPr/>
        <p:txBody>
          <a:bodyPr/>
          <a:lstStyle/>
          <a:p>
            <a:fld id="{8010D4F2-2BC3-D14F-949F-0FB2FE31B48F}" type="datetime1">
              <a:rPr lang="en-US" smtClean="0"/>
              <a:t>11/4/2025</a:t>
            </a:fld>
            <a:endParaRPr lang="en-CA"/>
          </a:p>
        </p:txBody>
      </p:sp>
      <p:sp>
        <p:nvSpPr>
          <p:cNvPr id="5" name="Footer Placeholder 4">
            <a:extLst>
              <a:ext uri="{FF2B5EF4-FFF2-40B4-BE49-F238E27FC236}">
                <a16:creationId xmlns:a16="http://schemas.microsoft.com/office/drawing/2014/main" id="{742B67AF-C6CE-4C40-8275-55524F0A391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00E0161-B0B2-4547-90CC-A0FEA1E0BDDB}"/>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11756166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56888-34D1-4ACD-A376-389D0D551EE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3B5B389-C7E7-4F7C-AD39-FA56CB063F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FAD3BE6-5D9B-40A8-9F40-1DF3EF166F45}"/>
              </a:ext>
            </a:extLst>
          </p:cNvPr>
          <p:cNvSpPr>
            <a:spLocks noGrp="1"/>
          </p:cNvSpPr>
          <p:nvPr>
            <p:ph type="dt" sz="half" idx="10"/>
          </p:nvPr>
        </p:nvSpPr>
        <p:spPr/>
        <p:txBody>
          <a:bodyPr/>
          <a:lstStyle/>
          <a:p>
            <a:fld id="{490DB624-B138-084B-BC8C-2532A0715B16}" type="datetime1">
              <a:rPr lang="en-US" smtClean="0"/>
              <a:t>11/4/2025</a:t>
            </a:fld>
            <a:endParaRPr lang="en-CA"/>
          </a:p>
        </p:txBody>
      </p:sp>
      <p:sp>
        <p:nvSpPr>
          <p:cNvPr id="5" name="Footer Placeholder 4">
            <a:extLst>
              <a:ext uri="{FF2B5EF4-FFF2-40B4-BE49-F238E27FC236}">
                <a16:creationId xmlns:a16="http://schemas.microsoft.com/office/drawing/2014/main" id="{0C69CA43-A7B6-4C69-9DFD-995A2C2F00C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C0AB66C-826C-443D-9B73-FA6C94818209}"/>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10527991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541D8-7BD1-40A2-A757-B6A2EF5556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2C57E22-C0F7-4476-B017-8571F38996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7CC563-15A9-44F6-83D7-8959D10D224C}"/>
              </a:ext>
            </a:extLst>
          </p:cNvPr>
          <p:cNvSpPr>
            <a:spLocks noGrp="1"/>
          </p:cNvSpPr>
          <p:nvPr>
            <p:ph type="dt" sz="half" idx="10"/>
          </p:nvPr>
        </p:nvSpPr>
        <p:spPr/>
        <p:txBody>
          <a:bodyPr/>
          <a:lstStyle/>
          <a:p>
            <a:fld id="{09624D6F-C871-2042-8DA8-5AAD094A2D09}" type="datetime1">
              <a:rPr lang="en-US" smtClean="0"/>
              <a:t>11/4/2025</a:t>
            </a:fld>
            <a:endParaRPr lang="en-CA"/>
          </a:p>
        </p:txBody>
      </p:sp>
      <p:sp>
        <p:nvSpPr>
          <p:cNvPr id="5" name="Footer Placeholder 4">
            <a:extLst>
              <a:ext uri="{FF2B5EF4-FFF2-40B4-BE49-F238E27FC236}">
                <a16:creationId xmlns:a16="http://schemas.microsoft.com/office/drawing/2014/main" id="{10F64823-83B1-40C2-9815-56D8AE0CB68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18A5A70-A817-4DCE-9AD3-942E4A599BBC}"/>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1976501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E04C5-278C-4D42-A857-F99D19EEB79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CEBEA97-DB88-4C38-AC0A-F61BEEB0FA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61077C3D-5BF8-4888-A7C9-0DEF28CD0A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DCE32833-F748-4AC0-B9C1-6E7E8E0E4FA6}"/>
              </a:ext>
            </a:extLst>
          </p:cNvPr>
          <p:cNvSpPr>
            <a:spLocks noGrp="1"/>
          </p:cNvSpPr>
          <p:nvPr>
            <p:ph type="dt" sz="half" idx="10"/>
          </p:nvPr>
        </p:nvSpPr>
        <p:spPr/>
        <p:txBody>
          <a:bodyPr/>
          <a:lstStyle/>
          <a:p>
            <a:fld id="{0F83E19B-1EE0-A84F-B6AD-16D21EDFF6CB}" type="datetime1">
              <a:rPr lang="en-US" smtClean="0"/>
              <a:t>11/4/2025</a:t>
            </a:fld>
            <a:endParaRPr lang="en-CA"/>
          </a:p>
        </p:txBody>
      </p:sp>
      <p:sp>
        <p:nvSpPr>
          <p:cNvPr id="6" name="Footer Placeholder 5">
            <a:extLst>
              <a:ext uri="{FF2B5EF4-FFF2-40B4-BE49-F238E27FC236}">
                <a16:creationId xmlns:a16="http://schemas.microsoft.com/office/drawing/2014/main" id="{6A1BFA13-1039-47B2-9CF9-26105B6FE72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3166061-6CA5-4C78-BFE4-FA49D5E6B20D}"/>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22110942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554E2-799B-4201-87F5-175C165A097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0BDE4A1-F837-4936-8712-EC28547AE9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0A23D9-E0F1-4EDE-BE3F-53CB65E56B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42E90BA-6403-4679-B87A-B3818C0781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A82F0B-FB3C-42C1-977B-E54F4C106E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2115AEE-9AD5-4EDC-A933-ABE01845148C}"/>
              </a:ext>
            </a:extLst>
          </p:cNvPr>
          <p:cNvSpPr>
            <a:spLocks noGrp="1"/>
          </p:cNvSpPr>
          <p:nvPr>
            <p:ph type="dt" sz="half" idx="10"/>
          </p:nvPr>
        </p:nvSpPr>
        <p:spPr/>
        <p:txBody>
          <a:bodyPr/>
          <a:lstStyle/>
          <a:p>
            <a:fld id="{2FD2717C-FF1B-5244-86A0-03EF7C205386}" type="datetime1">
              <a:rPr lang="en-US" smtClean="0"/>
              <a:t>11/4/2025</a:t>
            </a:fld>
            <a:endParaRPr lang="en-CA"/>
          </a:p>
        </p:txBody>
      </p:sp>
      <p:sp>
        <p:nvSpPr>
          <p:cNvPr id="8" name="Footer Placeholder 7">
            <a:extLst>
              <a:ext uri="{FF2B5EF4-FFF2-40B4-BE49-F238E27FC236}">
                <a16:creationId xmlns:a16="http://schemas.microsoft.com/office/drawing/2014/main" id="{470E2CC7-5D62-4DA9-B2D2-2A9DCB5CC2E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FC6F25DB-981D-4834-BEB8-3B0A989C5627}"/>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3185596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E0C1-EF37-4CF8-A351-EAE660DB5EF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E35F0266-EC0C-470C-BDF1-1E23C9EB4F87}"/>
              </a:ext>
            </a:extLst>
          </p:cNvPr>
          <p:cNvSpPr>
            <a:spLocks noGrp="1"/>
          </p:cNvSpPr>
          <p:nvPr>
            <p:ph type="dt" sz="half" idx="10"/>
          </p:nvPr>
        </p:nvSpPr>
        <p:spPr/>
        <p:txBody>
          <a:bodyPr/>
          <a:lstStyle/>
          <a:p>
            <a:fld id="{13A70FD8-837E-5644-A1DC-9ABE1A3375DC}" type="datetime1">
              <a:rPr lang="en-US" smtClean="0"/>
              <a:t>11/4/2025</a:t>
            </a:fld>
            <a:endParaRPr lang="en-CA"/>
          </a:p>
        </p:txBody>
      </p:sp>
      <p:sp>
        <p:nvSpPr>
          <p:cNvPr id="4" name="Footer Placeholder 3">
            <a:extLst>
              <a:ext uri="{FF2B5EF4-FFF2-40B4-BE49-F238E27FC236}">
                <a16:creationId xmlns:a16="http://schemas.microsoft.com/office/drawing/2014/main" id="{452BC29D-BAF8-4345-950B-73939BCBF52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965BBF8-7478-4E45-BCD7-836BF667C354}"/>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38825306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6E250-8C04-4D62-9CB2-2B7E46FFA5CD}"/>
              </a:ext>
            </a:extLst>
          </p:cNvPr>
          <p:cNvSpPr>
            <a:spLocks noGrp="1"/>
          </p:cNvSpPr>
          <p:nvPr>
            <p:ph type="dt" sz="half" idx="10"/>
          </p:nvPr>
        </p:nvSpPr>
        <p:spPr/>
        <p:txBody>
          <a:bodyPr/>
          <a:lstStyle/>
          <a:p>
            <a:fld id="{DE0BA01D-E7D2-5549-AA5E-D77E0FA251F0}" type="datetime1">
              <a:rPr lang="en-US" smtClean="0"/>
              <a:t>11/4/2025</a:t>
            </a:fld>
            <a:endParaRPr lang="en-CA"/>
          </a:p>
        </p:txBody>
      </p:sp>
      <p:sp>
        <p:nvSpPr>
          <p:cNvPr id="3" name="Footer Placeholder 2">
            <a:extLst>
              <a:ext uri="{FF2B5EF4-FFF2-40B4-BE49-F238E27FC236}">
                <a16:creationId xmlns:a16="http://schemas.microsoft.com/office/drawing/2014/main" id="{EA4FF2B3-A0E6-4327-8D38-D8F2690CC61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4C691ED-28E0-4D7F-B506-44A67BDF4400}"/>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39562440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F5142-F963-4021-9DB7-6DE5754B3A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586EDA49-DBBA-476D-8C87-B68764268E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F64DEF47-E25E-4CED-9A12-B70DB58E56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68D5E9-293E-4CA0-A84C-71CB9D6E7D0A}"/>
              </a:ext>
            </a:extLst>
          </p:cNvPr>
          <p:cNvSpPr>
            <a:spLocks noGrp="1"/>
          </p:cNvSpPr>
          <p:nvPr>
            <p:ph type="dt" sz="half" idx="10"/>
          </p:nvPr>
        </p:nvSpPr>
        <p:spPr/>
        <p:txBody>
          <a:bodyPr/>
          <a:lstStyle/>
          <a:p>
            <a:fld id="{AD989251-777F-2C4F-B39A-5AF25F589F4A}" type="datetime1">
              <a:rPr lang="en-US" smtClean="0"/>
              <a:t>11/4/2025</a:t>
            </a:fld>
            <a:endParaRPr lang="en-CA"/>
          </a:p>
        </p:txBody>
      </p:sp>
      <p:sp>
        <p:nvSpPr>
          <p:cNvPr id="6" name="Footer Placeholder 5">
            <a:extLst>
              <a:ext uri="{FF2B5EF4-FFF2-40B4-BE49-F238E27FC236}">
                <a16:creationId xmlns:a16="http://schemas.microsoft.com/office/drawing/2014/main" id="{6290ACBF-F30B-4435-B329-035973A2EA1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3848462-FAA1-4083-B75B-1F0671DE0D5C}"/>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21542863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D1F41-A5B2-49A4-8765-FCACE26036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4F281E7B-67FB-44EB-921E-D067655009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94FF8936-23E1-4ABF-A4F5-7EA861EB12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99910-AF17-4002-B725-BA5EEFB9F2FC}"/>
              </a:ext>
            </a:extLst>
          </p:cNvPr>
          <p:cNvSpPr>
            <a:spLocks noGrp="1"/>
          </p:cNvSpPr>
          <p:nvPr>
            <p:ph type="dt" sz="half" idx="10"/>
          </p:nvPr>
        </p:nvSpPr>
        <p:spPr/>
        <p:txBody>
          <a:bodyPr/>
          <a:lstStyle/>
          <a:p>
            <a:fld id="{EEA11D3C-3923-FE4E-956B-C0F973992076}" type="datetime1">
              <a:rPr lang="en-US" smtClean="0"/>
              <a:t>11/4/2025</a:t>
            </a:fld>
            <a:endParaRPr lang="en-CA"/>
          </a:p>
        </p:txBody>
      </p:sp>
      <p:sp>
        <p:nvSpPr>
          <p:cNvPr id="6" name="Footer Placeholder 5">
            <a:extLst>
              <a:ext uri="{FF2B5EF4-FFF2-40B4-BE49-F238E27FC236}">
                <a16:creationId xmlns:a16="http://schemas.microsoft.com/office/drawing/2014/main" id="{6859AD5B-101C-438C-9A4C-87BB1F1F2A9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D896CDA-FDCB-4A2D-8130-E9AF61237497}"/>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1178477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E12E8-73A0-4F1B-AEA9-66B69ECDDD18}"/>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F4B1898-43E8-4967-9FD5-072F9784A1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A9878DA-D946-4FA8-A877-2424931CE158}"/>
              </a:ext>
            </a:extLst>
          </p:cNvPr>
          <p:cNvSpPr>
            <a:spLocks noGrp="1"/>
          </p:cNvSpPr>
          <p:nvPr>
            <p:ph type="dt" sz="half" idx="10"/>
          </p:nvPr>
        </p:nvSpPr>
        <p:spPr/>
        <p:txBody>
          <a:bodyPr/>
          <a:lstStyle/>
          <a:p>
            <a:fld id="{9C6B7908-AB53-A746-B3DE-E53AB59AC7AC}" type="datetime1">
              <a:rPr lang="en-US" smtClean="0"/>
              <a:t>11/4/2025</a:t>
            </a:fld>
            <a:endParaRPr lang="en-CA"/>
          </a:p>
        </p:txBody>
      </p:sp>
      <p:sp>
        <p:nvSpPr>
          <p:cNvPr id="5" name="Footer Placeholder 4">
            <a:extLst>
              <a:ext uri="{FF2B5EF4-FFF2-40B4-BE49-F238E27FC236}">
                <a16:creationId xmlns:a16="http://schemas.microsoft.com/office/drawing/2014/main" id="{E1B86016-4DFF-4ED2-8933-1A07C70B8A0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9CA3001-E2DE-4B57-ADAE-FC51D501F2C7}"/>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37168389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5BCFC0-3CED-4B52-898E-03252187A4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31EA983-8436-4C5C-A476-99D8D4C33D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8D5C57D-0F93-4388-8B7A-D02ABBF94FE1}"/>
              </a:ext>
            </a:extLst>
          </p:cNvPr>
          <p:cNvSpPr>
            <a:spLocks noGrp="1"/>
          </p:cNvSpPr>
          <p:nvPr>
            <p:ph type="dt" sz="half" idx="10"/>
          </p:nvPr>
        </p:nvSpPr>
        <p:spPr/>
        <p:txBody>
          <a:bodyPr/>
          <a:lstStyle/>
          <a:p>
            <a:fld id="{037463FB-19D1-2248-B1C7-86E5E63246F3}" type="datetime1">
              <a:rPr lang="en-US" smtClean="0"/>
              <a:t>11/4/2025</a:t>
            </a:fld>
            <a:endParaRPr lang="en-CA"/>
          </a:p>
        </p:txBody>
      </p:sp>
      <p:sp>
        <p:nvSpPr>
          <p:cNvPr id="5" name="Footer Placeholder 4">
            <a:extLst>
              <a:ext uri="{FF2B5EF4-FFF2-40B4-BE49-F238E27FC236}">
                <a16:creationId xmlns:a16="http://schemas.microsoft.com/office/drawing/2014/main" id="{E09777A1-0F5A-4EB5-B592-279442CF9F5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B41F709-6D1C-4AE9-ACDE-AC7A20552B49}"/>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42478756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DDCECB-ED66-4E99-9EED-BC8E6A1D8F56}"/>
              </a:ext>
            </a:extLst>
          </p:cNvPr>
          <p:cNvSpPr>
            <a:spLocks noGrp="1"/>
          </p:cNvSpPr>
          <p:nvPr>
            <p:ph type="pic" sz="quarter" idx="10"/>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127722420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523258B5-B018-0245-A255-48DC38274B2A}"/>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9557"/>
            <a:ext cx="12192000" cy="6858000"/>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D578E96-FCC1-784A-B328-9A60C05A1D47}" type="datetime1">
              <a:rPr kumimoji="0" lang="en-US" sz="1800" b="0" i="0" u="none" strike="noStrike" kern="1200" cap="none" spc="0" normalizeH="0" baseline="0" noProof="0" smtClean="0">
                <a:ln>
                  <a:noFill/>
                </a:ln>
                <a:solidFill>
                  <a:srgbClr val="3F3F3F"/>
                </a:solidFill>
                <a:effectLst/>
                <a:uLnTx/>
                <a:uFillTx/>
                <a:latin typeface="Calibri" panose="020F0502020204030204"/>
                <a:ea typeface="+mn-ea"/>
                <a:cs typeface="+mn-cs"/>
              </a:rPr>
              <a:t>11/4/2025</a:t>
            </a:fld>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F7F7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63725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1DAFC5D9-9B93-C04D-97CB-878064126594}" type="datetime1">
              <a:rPr lang="en-US" smtClean="0"/>
              <a:t>11/4/2025</a:t>
            </a:fld>
            <a:endParaRPr lang="en-US"/>
          </a:p>
        </p:txBody>
      </p:sp>
      <p:pic>
        <p:nvPicPr>
          <p:cNvPr id="32" name="Picture 31">
            <a:extLst>
              <a:ext uri="{FF2B5EF4-FFF2-40B4-BE49-F238E27FC236}">
                <a16:creationId xmlns:a16="http://schemas.microsoft.com/office/drawing/2014/main" id="{AB64086E-D480-C64D-8011-1ACDE93C9D6D}"/>
              </a:ext>
            </a:extLst>
          </p:cNvPr>
          <p:cNvPicPr>
            <a:picLocks noChangeAspect="1"/>
          </p:cNvPicPr>
          <p:nvPr userDrawn="1"/>
        </p:nvPicPr>
        <p:blipFill>
          <a:blip r:embed="rId2">
            <a:alphaModFix amt="89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57F1E4F-1CFF-5643-939E-217C01CDF565}" type="slidenum">
              <a:rPr lang="en-US"/>
              <a:pPr/>
              <a:t>‹#›</a:t>
            </a:fld>
            <a:endParaRPr lang="en-US"/>
          </a:p>
        </p:txBody>
      </p:sp>
      <p:sp>
        <p:nvSpPr>
          <p:cNvPr id="29" name="Flowchart: Process 28"/>
          <p:cNvSpPr/>
          <p:nvPr userDrawn="1"/>
        </p:nvSpPr>
        <p:spPr>
          <a:xfrm>
            <a:off x="476250" y="462024"/>
            <a:ext cx="6381912" cy="593395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16 h 10016"/>
              <a:gd name="connsiteX1" fmla="*/ 9415 w 10000"/>
              <a:gd name="connsiteY1" fmla="*/ 0 h 10016"/>
              <a:gd name="connsiteX2" fmla="*/ 10000 w 10000"/>
              <a:gd name="connsiteY2" fmla="*/ 10016 h 10016"/>
              <a:gd name="connsiteX3" fmla="*/ 0 w 10000"/>
              <a:gd name="connsiteY3" fmla="*/ 10016 h 10016"/>
              <a:gd name="connsiteX4" fmla="*/ 0 w 10000"/>
              <a:gd name="connsiteY4" fmla="*/ 16 h 10016"/>
              <a:gd name="connsiteX0" fmla="*/ 0 w 10000"/>
              <a:gd name="connsiteY0" fmla="*/ 16 h 10016"/>
              <a:gd name="connsiteX1" fmla="*/ 9415 w 10000"/>
              <a:gd name="connsiteY1" fmla="*/ 0 h 10016"/>
              <a:gd name="connsiteX2" fmla="*/ 9740 w 10000"/>
              <a:gd name="connsiteY2" fmla="*/ 5596 h 10016"/>
              <a:gd name="connsiteX3" fmla="*/ 10000 w 10000"/>
              <a:gd name="connsiteY3" fmla="*/ 10016 h 10016"/>
              <a:gd name="connsiteX4" fmla="*/ 0 w 10000"/>
              <a:gd name="connsiteY4" fmla="*/ 10016 h 10016"/>
              <a:gd name="connsiteX5" fmla="*/ 0 w 10000"/>
              <a:gd name="connsiteY5" fmla="*/ 16 h 10016"/>
              <a:gd name="connsiteX0" fmla="*/ 0 w 9750"/>
              <a:gd name="connsiteY0" fmla="*/ 16 h 10032"/>
              <a:gd name="connsiteX1" fmla="*/ 9415 w 9750"/>
              <a:gd name="connsiteY1" fmla="*/ 0 h 10032"/>
              <a:gd name="connsiteX2" fmla="*/ 9740 w 9750"/>
              <a:gd name="connsiteY2" fmla="*/ 5596 h 10032"/>
              <a:gd name="connsiteX3" fmla="*/ 9423 w 9750"/>
              <a:gd name="connsiteY3" fmla="*/ 10032 h 10032"/>
              <a:gd name="connsiteX4" fmla="*/ 0 w 9750"/>
              <a:gd name="connsiteY4" fmla="*/ 10016 h 10032"/>
              <a:gd name="connsiteX5" fmla="*/ 0 w 9750"/>
              <a:gd name="connsiteY5" fmla="*/ 16 h 10032"/>
              <a:gd name="connsiteX0" fmla="*/ 0 w 10010"/>
              <a:gd name="connsiteY0" fmla="*/ 16 h 10000"/>
              <a:gd name="connsiteX1" fmla="*/ 9656 w 10010"/>
              <a:gd name="connsiteY1" fmla="*/ 0 h 10000"/>
              <a:gd name="connsiteX2" fmla="*/ 9990 w 10010"/>
              <a:gd name="connsiteY2" fmla="*/ 5578 h 10000"/>
              <a:gd name="connsiteX3" fmla="*/ 9665 w 10010"/>
              <a:gd name="connsiteY3" fmla="*/ 10000 h 10000"/>
              <a:gd name="connsiteX4" fmla="*/ 0 w 10010"/>
              <a:gd name="connsiteY4" fmla="*/ 9984 h 10000"/>
              <a:gd name="connsiteX5" fmla="*/ 0 w 10010"/>
              <a:gd name="connsiteY5" fmla="*/ 16 h 10000"/>
              <a:gd name="connsiteX0" fmla="*/ 0 w 10004"/>
              <a:gd name="connsiteY0" fmla="*/ 16 h 10000"/>
              <a:gd name="connsiteX1" fmla="*/ 9656 w 10004"/>
              <a:gd name="connsiteY1" fmla="*/ 0 h 10000"/>
              <a:gd name="connsiteX2" fmla="*/ 9990 w 10004"/>
              <a:gd name="connsiteY2" fmla="*/ 5578 h 10000"/>
              <a:gd name="connsiteX3" fmla="*/ 9665 w 10004"/>
              <a:gd name="connsiteY3" fmla="*/ 10000 h 10000"/>
              <a:gd name="connsiteX4" fmla="*/ 0 w 10004"/>
              <a:gd name="connsiteY4" fmla="*/ 9984 h 10000"/>
              <a:gd name="connsiteX5" fmla="*/ 0 w 10004"/>
              <a:gd name="connsiteY5" fmla="*/ 16 h 10000"/>
              <a:gd name="connsiteX0" fmla="*/ 0 w 9838"/>
              <a:gd name="connsiteY0" fmla="*/ 16 h 10000"/>
              <a:gd name="connsiteX1" fmla="*/ 9656 w 9838"/>
              <a:gd name="connsiteY1" fmla="*/ 0 h 10000"/>
              <a:gd name="connsiteX2" fmla="*/ 9815 w 9838"/>
              <a:gd name="connsiteY2" fmla="*/ 5498 h 10000"/>
              <a:gd name="connsiteX3" fmla="*/ 9665 w 9838"/>
              <a:gd name="connsiteY3" fmla="*/ 10000 h 10000"/>
              <a:gd name="connsiteX4" fmla="*/ 0 w 9838"/>
              <a:gd name="connsiteY4" fmla="*/ 9984 h 10000"/>
              <a:gd name="connsiteX5" fmla="*/ 0 w 9838"/>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9992"/>
              <a:gd name="connsiteY0" fmla="*/ 16 h 10000"/>
              <a:gd name="connsiteX1" fmla="*/ 9636 w 9992"/>
              <a:gd name="connsiteY1" fmla="*/ 0 h 10000"/>
              <a:gd name="connsiteX2" fmla="*/ 9977 w 9992"/>
              <a:gd name="connsiteY2" fmla="*/ 5498 h 10000"/>
              <a:gd name="connsiteX3" fmla="*/ 9824 w 9992"/>
              <a:gd name="connsiteY3" fmla="*/ 10000 h 10000"/>
              <a:gd name="connsiteX4" fmla="*/ 0 w 9992"/>
              <a:gd name="connsiteY4" fmla="*/ 9984 h 10000"/>
              <a:gd name="connsiteX5" fmla="*/ 0 w 9992"/>
              <a:gd name="connsiteY5" fmla="*/ 1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 h="10000">
                <a:moveTo>
                  <a:pt x="0" y="16"/>
                </a:moveTo>
                <a:lnTo>
                  <a:pt x="9636" y="0"/>
                </a:lnTo>
                <a:cubicBezTo>
                  <a:pt x="9749" y="1859"/>
                  <a:pt x="10067" y="3527"/>
                  <a:pt x="9977" y="5498"/>
                </a:cubicBezTo>
                <a:cubicBezTo>
                  <a:pt x="9982" y="6950"/>
                  <a:pt x="9877" y="8532"/>
                  <a:pt x="9824" y="10000"/>
                </a:cubicBezTo>
                <a:lnTo>
                  <a:pt x="0" y="9984"/>
                </a:lnTo>
                <a:lnTo>
                  <a:pt x="0" y="16"/>
                </a:lnTo>
                <a:close/>
              </a:path>
            </a:pathLst>
          </a:custGeom>
          <a:solidFill>
            <a:srgbClr val="F4792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Freeform 5"/>
          <p:cNvSpPr/>
          <p:nvPr userDrawn="1"/>
        </p:nvSpPr>
        <p:spPr bwMode="gray">
          <a:xfrm rot="16200000">
            <a:off x="3747181" y="3268820"/>
            <a:ext cx="6053670" cy="320359"/>
          </a:xfrm>
          <a:custGeom>
            <a:avLst/>
            <a:gdLst>
              <a:gd name="connsiteX0" fmla="*/ 0 w 10000"/>
              <a:gd name="connsiteY0" fmla="*/ 0 h 9963"/>
              <a:gd name="connsiteX1" fmla="*/ 0 w 10000"/>
              <a:gd name="connsiteY1" fmla="*/ 9963 h 9963"/>
              <a:gd name="connsiteX2" fmla="*/ 10000 w 10000"/>
              <a:gd name="connsiteY2" fmla="*/ 5824 h 9963"/>
              <a:gd name="connsiteX3" fmla="*/ 10000 w 10000"/>
              <a:gd name="connsiteY3" fmla="*/ 9 h 9963"/>
              <a:gd name="connsiteX4" fmla="*/ 10000 w 10000"/>
              <a:gd name="connsiteY4" fmla="*/ 9 h 9963"/>
              <a:gd name="connsiteX5" fmla="*/ 9773 w 10000"/>
              <a:gd name="connsiteY5" fmla="*/ 195 h 9963"/>
              <a:gd name="connsiteX6" fmla="*/ 9547 w 10000"/>
              <a:gd name="connsiteY6" fmla="*/ 373 h 9963"/>
              <a:gd name="connsiteX7" fmla="*/ 9320 w 10000"/>
              <a:gd name="connsiteY7" fmla="*/ 546 h 9963"/>
              <a:gd name="connsiteX8" fmla="*/ 9092 w 10000"/>
              <a:gd name="connsiteY8" fmla="*/ 695 h 9963"/>
              <a:gd name="connsiteX9" fmla="*/ 8865 w 10000"/>
              <a:gd name="connsiteY9" fmla="*/ 845 h 9963"/>
              <a:gd name="connsiteX10" fmla="*/ 8637 w 10000"/>
              <a:gd name="connsiteY10" fmla="*/ 985 h 9963"/>
              <a:gd name="connsiteX11" fmla="*/ 8412 w 10000"/>
              <a:gd name="connsiteY11" fmla="*/ 1105 h 9963"/>
              <a:gd name="connsiteX12" fmla="*/ 8184 w 10000"/>
              <a:gd name="connsiteY12" fmla="*/ 1219 h 9963"/>
              <a:gd name="connsiteX13" fmla="*/ 7957 w 10000"/>
              <a:gd name="connsiteY13" fmla="*/ 1323 h 9963"/>
              <a:gd name="connsiteX14" fmla="*/ 7734 w 10000"/>
              <a:gd name="connsiteY14" fmla="*/ 1413 h 9963"/>
              <a:gd name="connsiteX15" fmla="*/ 7508 w 10000"/>
              <a:gd name="connsiteY15" fmla="*/ 1503 h 9963"/>
              <a:gd name="connsiteX16" fmla="*/ 7285 w 10000"/>
              <a:gd name="connsiteY16" fmla="*/ 1578 h 9963"/>
              <a:gd name="connsiteX17" fmla="*/ 7062 w 10000"/>
              <a:gd name="connsiteY17" fmla="*/ 1636 h 9963"/>
              <a:gd name="connsiteX18" fmla="*/ 6840 w 10000"/>
              <a:gd name="connsiteY18" fmla="*/ 1698 h 9963"/>
              <a:gd name="connsiteX19" fmla="*/ 6620 w 10000"/>
              <a:gd name="connsiteY19" fmla="*/ 1749 h 9963"/>
              <a:gd name="connsiteX20" fmla="*/ 6402 w 10000"/>
              <a:gd name="connsiteY20" fmla="*/ 1785 h 9963"/>
              <a:gd name="connsiteX21" fmla="*/ 6184 w 10000"/>
              <a:gd name="connsiteY21" fmla="*/ 1816 h 9963"/>
              <a:gd name="connsiteX22" fmla="*/ 5968 w 10000"/>
              <a:gd name="connsiteY22" fmla="*/ 1846 h 9963"/>
              <a:gd name="connsiteX23" fmla="*/ 5755 w 10000"/>
              <a:gd name="connsiteY23" fmla="*/ 1860 h 9963"/>
              <a:gd name="connsiteX24" fmla="*/ 5542 w 10000"/>
              <a:gd name="connsiteY24" fmla="*/ 1875 h 9963"/>
              <a:gd name="connsiteX25" fmla="*/ 5332 w 10000"/>
              <a:gd name="connsiteY25" fmla="*/ 1883 h 9963"/>
              <a:gd name="connsiteX26" fmla="*/ 5124 w 10000"/>
              <a:gd name="connsiteY26" fmla="*/ 1875 h 9963"/>
              <a:gd name="connsiteX27" fmla="*/ 4918 w 10000"/>
              <a:gd name="connsiteY27" fmla="*/ 1875 h 9963"/>
              <a:gd name="connsiteX28" fmla="*/ 4714 w 10000"/>
              <a:gd name="connsiteY28" fmla="*/ 1860 h 9963"/>
              <a:gd name="connsiteX29" fmla="*/ 4514 w 10000"/>
              <a:gd name="connsiteY29" fmla="*/ 1838 h 9963"/>
              <a:gd name="connsiteX30" fmla="*/ 4316 w 10000"/>
              <a:gd name="connsiteY30" fmla="*/ 1816 h 9963"/>
              <a:gd name="connsiteX31" fmla="*/ 4122 w 10000"/>
              <a:gd name="connsiteY31" fmla="*/ 1793 h 9963"/>
              <a:gd name="connsiteX32" fmla="*/ 3929 w 10000"/>
              <a:gd name="connsiteY32" fmla="*/ 1756 h 9963"/>
              <a:gd name="connsiteX33" fmla="*/ 3739 w 10000"/>
              <a:gd name="connsiteY33" fmla="*/ 1718 h 9963"/>
              <a:gd name="connsiteX34" fmla="*/ 3553 w 10000"/>
              <a:gd name="connsiteY34" fmla="*/ 1683 h 9963"/>
              <a:gd name="connsiteX35" fmla="*/ 3190 w 10000"/>
              <a:gd name="connsiteY35" fmla="*/ 1584 h 9963"/>
              <a:gd name="connsiteX36" fmla="*/ 2842 w 10000"/>
              <a:gd name="connsiteY36" fmla="*/ 1479 h 9963"/>
              <a:gd name="connsiteX37" fmla="*/ 2508 w 10000"/>
              <a:gd name="connsiteY37" fmla="*/ 1369 h 9963"/>
              <a:gd name="connsiteX38" fmla="*/ 2192 w 10000"/>
              <a:gd name="connsiteY38" fmla="*/ 1248 h 9963"/>
              <a:gd name="connsiteX39" fmla="*/ 1890 w 10000"/>
              <a:gd name="connsiteY39" fmla="*/ 1121 h 9963"/>
              <a:gd name="connsiteX40" fmla="*/ 1610 w 10000"/>
              <a:gd name="connsiteY40" fmla="*/ 985 h 9963"/>
              <a:gd name="connsiteX41" fmla="*/ 1347 w 10000"/>
              <a:gd name="connsiteY41" fmla="*/ 851 h 9963"/>
              <a:gd name="connsiteX42" fmla="*/ 1105 w 10000"/>
              <a:gd name="connsiteY42" fmla="*/ 718 h 9963"/>
              <a:gd name="connsiteX43" fmla="*/ 883 w 10000"/>
              <a:gd name="connsiteY43" fmla="*/ 591 h 9963"/>
              <a:gd name="connsiteX44" fmla="*/ 686 w 10000"/>
              <a:gd name="connsiteY44" fmla="*/ 471 h 9963"/>
              <a:gd name="connsiteX45" fmla="*/ 508 w 10000"/>
              <a:gd name="connsiteY45" fmla="*/ 358 h 9963"/>
              <a:gd name="connsiteX46" fmla="*/ 358 w 10000"/>
              <a:gd name="connsiteY46" fmla="*/ 263 h 9963"/>
              <a:gd name="connsiteX47" fmla="*/ 232 w 10000"/>
              <a:gd name="connsiteY47" fmla="*/ 173 h 9963"/>
              <a:gd name="connsiteX48" fmla="*/ 59 w 10000"/>
              <a:gd name="connsiteY48" fmla="*/ 44 h 9963"/>
              <a:gd name="connsiteX49" fmla="*/ 0 w 10000"/>
              <a:gd name="connsiteY49" fmla="*/ 0 h 9963"/>
              <a:gd name="connsiteX50" fmla="*/ 0 w 10000"/>
              <a:gd name="connsiteY50" fmla="*/ 0 h 9963"/>
              <a:gd name="connsiteX0" fmla="*/ 0 w 10000"/>
              <a:gd name="connsiteY0" fmla="*/ 0 h 5961"/>
              <a:gd name="connsiteX1" fmla="*/ 16 w 10000"/>
              <a:gd name="connsiteY1" fmla="*/ 5961 h 5961"/>
              <a:gd name="connsiteX2" fmla="*/ 10000 w 10000"/>
              <a:gd name="connsiteY2" fmla="*/ 5846 h 5961"/>
              <a:gd name="connsiteX3" fmla="*/ 10000 w 10000"/>
              <a:gd name="connsiteY3" fmla="*/ 9 h 5961"/>
              <a:gd name="connsiteX4" fmla="*/ 10000 w 10000"/>
              <a:gd name="connsiteY4" fmla="*/ 9 h 5961"/>
              <a:gd name="connsiteX5" fmla="*/ 9773 w 10000"/>
              <a:gd name="connsiteY5" fmla="*/ 196 h 5961"/>
              <a:gd name="connsiteX6" fmla="*/ 9547 w 10000"/>
              <a:gd name="connsiteY6" fmla="*/ 374 h 5961"/>
              <a:gd name="connsiteX7" fmla="*/ 9320 w 10000"/>
              <a:gd name="connsiteY7" fmla="*/ 548 h 5961"/>
              <a:gd name="connsiteX8" fmla="*/ 9092 w 10000"/>
              <a:gd name="connsiteY8" fmla="*/ 698 h 5961"/>
              <a:gd name="connsiteX9" fmla="*/ 8865 w 10000"/>
              <a:gd name="connsiteY9" fmla="*/ 848 h 5961"/>
              <a:gd name="connsiteX10" fmla="*/ 8637 w 10000"/>
              <a:gd name="connsiteY10" fmla="*/ 989 h 5961"/>
              <a:gd name="connsiteX11" fmla="*/ 8412 w 10000"/>
              <a:gd name="connsiteY11" fmla="*/ 1109 h 5961"/>
              <a:gd name="connsiteX12" fmla="*/ 8184 w 10000"/>
              <a:gd name="connsiteY12" fmla="*/ 1224 h 5961"/>
              <a:gd name="connsiteX13" fmla="*/ 7957 w 10000"/>
              <a:gd name="connsiteY13" fmla="*/ 1328 h 5961"/>
              <a:gd name="connsiteX14" fmla="*/ 7734 w 10000"/>
              <a:gd name="connsiteY14" fmla="*/ 1418 h 5961"/>
              <a:gd name="connsiteX15" fmla="*/ 7508 w 10000"/>
              <a:gd name="connsiteY15" fmla="*/ 1509 h 5961"/>
              <a:gd name="connsiteX16" fmla="*/ 7285 w 10000"/>
              <a:gd name="connsiteY16" fmla="*/ 1584 h 5961"/>
              <a:gd name="connsiteX17" fmla="*/ 7062 w 10000"/>
              <a:gd name="connsiteY17" fmla="*/ 1642 h 5961"/>
              <a:gd name="connsiteX18" fmla="*/ 6840 w 10000"/>
              <a:gd name="connsiteY18" fmla="*/ 1704 h 5961"/>
              <a:gd name="connsiteX19" fmla="*/ 6620 w 10000"/>
              <a:gd name="connsiteY19" fmla="*/ 1755 h 5961"/>
              <a:gd name="connsiteX20" fmla="*/ 6402 w 10000"/>
              <a:gd name="connsiteY20" fmla="*/ 1792 h 5961"/>
              <a:gd name="connsiteX21" fmla="*/ 6184 w 10000"/>
              <a:gd name="connsiteY21" fmla="*/ 1823 h 5961"/>
              <a:gd name="connsiteX22" fmla="*/ 5968 w 10000"/>
              <a:gd name="connsiteY22" fmla="*/ 1853 h 5961"/>
              <a:gd name="connsiteX23" fmla="*/ 5755 w 10000"/>
              <a:gd name="connsiteY23" fmla="*/ 1867 h 5961"/>
              <a:gd name="connsiteX24" fmla="*/ 5542 w 10000"/>
              <a:gd name="connsiteY24" fmla="*/ 1882 h 5961"/>
              <a:gd name="connsiteX25" fmla="*/ 5332 w 10000"/>
              <a:gd name="connsiteY25" fmla="*/ 1890 h 5961"/>
              <a:gd name="connsiteX26" fmla="*/ 5124 w 10000"/>
              <a:gd name="connsiteY26" fmla="*/ 1882 h 5961"/>
              <a:gd name="connsiteX27" fmla="*/ 4918 w 10000"/>
              <a:gd name="connsiteY27" fmla="*/ 1882 h 5961"/>
              <a:gd name="connsiteX28" fmla="*/ 4714 w 10000"/>
              <a:gd name="connsiteY28" fmla="*/ 1867 h 5961"/>
              <a:gd name="connsiteX29" fmla="*/ 4514 w 10000"/>
              <a:gd name="connsiteY29" fmla="*/ 1845 h 5961"/>
              <a:gd name="connsiteX30" fmla="*/ 4316 w 10000"/>
              <a:gd name="connsiteY30" fmla="*/ 1823 h 5961"/>
              <a:gd name="connsiteX31" fmla="*/ 4122 w 10000"/>
              <a:gd name="connsiteY31" fmla="*/ 1800 h 5961"/>
              <a:gd name="connsiteX32" fmla="*/ 3929 w 10000"/>
              <a:gd name="connsiteY32" fmla="*/ 1763 h 5961"/>
              <a:gd name="connsiteX33" fmla="*/ 3739 w 10000"/>
              <a:gd name="connsiteY33" fmla="*/ 1724 h 5961"/>
              <a:gd name="connsiteX34" fmla="*/ 3553 w 10000"/>
              <a:gd name="connsiteY34" fmla="*/ 1689 h 5961"/>
              <a:gd name="connsiteX35" fmla="*/ 3190 w 10000"/>
              <a:gd name="connsiteY35" fmla="*/ 1590 h 5961"/>
              <a:gd name="connsiteX36" fmla="*/ 2842 w 10000"/>
              <a:gd name="connsiteY36" fmla="*/ 1484 h 5961"/>
              <a:gd name="connsiteX37" fmla="*/ 2508 w 10000"/>
              <a:gd name="connsiteY37" fmla="*/ 1374 h 5961"/>
              <a:gd name="connsiteX38" fmla="*/ 2192 w 10000"/>
              <a:gd name="connsiteY38" fmla="*/ 1253 h 5961"/>
              <a:gd name="connsiteX39" fmla="*/ 1890 w 10000"/>
              <a:gd name="connsiteY39" fmla="*/ 1125 h 5961"/>
              <a:gd name="connsiteX40" fmla="*/ 1610 w 10000"/>
              <a:gd name="connsiteY40" fmla="*/ 989 h 5961"/>
              <a:gd name="connsiteX41" fmla="*/ 1347 w 10000"/>
              <a:gd name="connsiteY41" fmla="*/ 854 h 5961"/>
              <a:gd name="connsiteX42" fmla="*/ 1105 w 10000"/>
              <a:gd name="connsiteY42" fmla="*/ 721 h 5961"/>
              <a:gd name="connsiteX43" fmla="*/ 883 w 10000"/>
              <a:gd name="connsiteY43" fmla="*/ 593 h 5961"/>
              <a:gd name="connsiteX44" fmla="*/ 686 w 10000"/>
              <a:gd name="connsiteY44" fmla="*/ 473 h 5961"/>
              <a:gd name="connsiteX45" fmla="*/ 508 w 10000"/>
              <a:gd name="connsiteY45" fmla="*/ 359 h 5961"/>
              <a:gd name="connsiteX46" fmla="*/ 358 w 10000"/>
              <a:gd name="connsiteY46" fmla="*/ 264 h 5961"/>
              <a:gd name="connsiteX47" fmla="*/ 232 w 10000"/>
              <a:gd name="connsiteY47" fmla="*/ 174 h 5961"/>
              <a:gd name="connsiteX48" fmla="*/ 59 w 10000"/>
              <a:gd name="connsiteY48" fmla="*/ 44 h 5961"/>
              <a:gd name="connsiteX49" fmla="*/ 0 w 10000"/>
              <a:gd name="connsiteY49" fmla="*/ 0 h 5961"/>
              <a:gd name="connsiteX50" fmla="*/ 0 w 10000"/>
              <a:gd name="connsiteY50" fmla="*/ 0 h 5961"/>
              <a:gd name="connsiteX0" fmla="*/ 0 w 10000"/>
              <a:gd name="connsiteY0" fmla="*/ 0 h 10000"/>
              <a:gd name="connsiteX1" fmla="*/ 16 w 10000"/>
              <a:gd name="connsiteY1" fmla="*/ 10000 h 10000"/>
              <a:gd name="connsiteX2" fmla="*/ 9953 w 10000"/>
              <a:gd name="connsiteY2" fmla="*/ 1370 h 10000"/>
              <a:gd name="connsiteX3" fmla="*/ 10000 w 10000"/>
              <a:gd name="connsiteY3" fmla="*/ 15 h 10000"/>
              <a:gd name="connsiteX4" fmla="*/ 10000 w 10000"/>
              <a:gd name="connsiteY4" fmla="*/ 15 h 10000"/>
              <a:gd name="connsiteX5" fmla="*/ 9773 w 10000"/>
              <a:gd name="connsiteY5" fmla="*/ 329 h 10000"/>
              <a:gd name="connsiteX6" fmla="*/ 9547 w 10000"/>
              <a:gd name="connsiteY6" fmla="*/ 627 h 10000"/>
              <a:gd name="connsiteX7" fmla="*/ 9320 w 10000"/>
              <a:gd name="connsiteY7" fmla="*/ 919 h 10000"/>
              <a:gd name="connsiteX8" fmla="*/ 9092 w 10000"/>
              <a:gd name="connsiteY8" fmla="*/ 1171 h 10000"/>
              <a:gd name="connsiteX9" fmla="*/ 8865 w 10000"/>
              <a:gd name="connsiteY9" fmla="*/ 1423 h 10000"/>
              <a:gd name="connsiteX10" fmla="*/ 8637 w 10000"/>
              <a:gd name="connsiteY10" fmla="*/ 1659 h 10000"/>
              <a:gd name="connsiteX11" fmla="*/ 8412 w 10000"/>
              <a:gd name="connsiteY11" fmla="*/ 1860 h 10000"/>
              <a:gd name="connsiteX12" fmla="*/ 8184 w 10000"/>
              <a:gd name="connsiteY12" fmla="*/ 2053 h 10000"/>
              <a:gd name="connsiteX13" fmla="*/ 7957 w 10000"/>
              <a:gd name="connsiteY13" fmla="*/ 2228 h 10000"/>
              <a:gd name="connsiteX14" fmla="*/ 7734 w 10000"/>
              <a:gd name="connsiteY14" fmla="*/ 2379 h 10000"/>
              <a:gd name="connsiteX15" fmla="*/ 7508 w 10000"/>
              <a:gd name="connsiteY15" fmla="*/ 2531 h 10000"/>
              <a:gd name="connsiteX16" fmla="*/ 7285 w 10000"/>
              <a:gd name="connsiteY16" fmla="*/ 2657 h 10000"/>
              <a:gd name="connsiteX17" fmla="*/ 7062 w 10000"/>
              <a:gd name="connsiteY17" fmla="*/ 2755 h 10000"/>
              <a:gd name="connsiteX18" fmla="*/ 6840 w 10000"/>
              <a:gd name="connsiteY18" fmla="*/ 2859 h 10000"/>
              <a:gd name="connsiteX19" fmla="*/ 6620 w 10000"/>
              <a:gd name="connsiteY19" fmla="*/ 2944 h 10000"/>
              <a:gd name="connsiteX20" fmla="*/ 6402 w 10000"/>
              <a:gd name="connsiteY20" fmla="*/ 3006 h 10000"/>
              <a:gd name="connsiteX21" fmla="*/ 6184 w 10000"/>
              <a:gd name="connsiteY21" fmla="*/ 3058 h 10000"/>
              <a:gd name="connsiteX22" fmla="*/ 5968 w 10000"/>
              <a:gd name="connsiteY22" fmla="*/ 3109 h 10000"/>
              <a:gd name="connsiteX23" fmla="*/ 5755 w 10000"/>
              <a:gd name="connsiteY23" fmla="*/ 3132 h 10000"/>
              <a:gd name="connsiteX24" fmla="*/ 5542 w 10000"/>
              <a:gd name="connsiteY24" fmla="*/ 3157 h 10000"/>
              <a:gd name="connsiteX25" fmla="*/ 5332 w 10000"/>
              <a:gd name="connsiteY25" fmla="*/ 3171 h 10000"/>
              <a:gd name="connsiteX26" fmla="*/ 5124 w 10000"/>
              <a:gd name="connsiteY26" fmla="*/ 3157 h 10000"/>
              <a:gd name="connsiteX27" fmla="*/ 4918 w 10000"/>
              <a:gd name="connsiteY27" fmla="*/ 3157 h 10000"/>
              <a:gd name="connsiteX28" fmla="*/ 4714 w 10000"/>
              <a:gd name="connsiteY28" fmla="*/ 3132 h 10000"/>
              <a:gd name="connsiteX29" fmla="*/ 4514 w 10000"/>
              <a:gd name="connsiteY29" fmla="*/ 3095 h 10000"/>
              <a:gd name="connsiteX30" fmla="*/ 4316 w 10000"/>
              <a:gd name="connsiteY30" fmla="*/ 3058 h 10000"/>
              <a:gd name="connsiteX31" fmla="*/ 4122 w 10000"/>
              <a:gd name="connsiteY31" fmla="*/ 3020 h 10000"/>
              <a:gd name="connsiteX32" fmla="*/ 3929 w 10000"/>
              <a:gd name="connsiteY32" fmla="*/ 2958 h 10000"/>
              <a:gd name="connsiteX33" fmla="*/ 3739 w 10000"/>
              <a:gd name="connsiteY33" fmla="*/ 2892 h 10000"/>
              <a:gd name="connsiteX34" fmla="*/ 3553 w 10000"/>
              <a:gd name="connsiteY34" fmla="*/ 2833 h 10000"/>
              <a:gd name="connsiteX35" fmla="*/ 3190 w 10000"/>
              <a:gd name="connsiteY35" fmla="*/ 2667 h 10000"/>
              <a:gd name="connsiteX36" fmla="*/ 2842 w 10000"/>
              <a:gd name="connsiteY36" fmla="*/ 2490 h 10000"/>
              <a:gd name="connsiteX37" fmla="*/ 2508 w 10000"/>
              <a:gd name="connsiteY37" fmla="*/ 2305 h 10000"/>
              <a:gd name="connsiteX38" fmla="*/ 2192 w 10000"/>
              <a:gd name="connsiteY38" fmla="*/ 2102 h 10000"/>
              <a:gd name="connsiteX39" fmla="*/ 1890 w 10000"/>
              <a:gd name="connsiteY39" fmla="*/ 1887 h 10000"/>
              <a:gd name="connsiteX40" fmla="*/ 1610 w 10000"/>
              <a:gd name="connsiteY40" fmla="*/ 1659 h 10000"/>
              <a:gd name="connsiteX41" fmla="*/ 1347 w 10000"/>
              <a:gd name="connsiteY41" fmla="*/ 1433 h 10000"/>
              <a:gd name="connsiteX42" fmla="*/ 1105 w 10000"/>
              <a:gd name="connsiteY42" fmla="*/ 1210 h 10000"/>
              <a:gd name="connsiteX43" fmla="*/ 883 w 10000"/>
              <a:gd name="connsiteY43" fmla="*/ 995 h 10000"/>
              <a:gd name="connsiteX44" fmla="*/ 686 w 10000"/>
              <a:gd name="connsiteY44" fmla="*/ 793 h 10000"/>
              <a:gd name="connsiteX45" fmla="*/ 508 w 10000"/>
              <a:gd name="connsiteY45" fmla="*/ 602 h 10000"/>
              <a:gd name="connsiteX46" fmla="*/ 358 w 10000"/>
              <a:gd name="connsiteY46" fmla="*/ 443 h 10000"/>
              <a:gd name="connsiteX47" fmla="*/ 232 w 10000"/>
              <a:gd name="connsiteY47" fmla="*/ 292 h 10000"/>
              <a:gd name="connsiteX48" fmla="*/ 59 w 10000"/>
              <a:gd name="connsiteY48" fmla="*/ 74 h 10000"/>
              <a:gd name="connsiteX49" fmla="*/ 0 w 10000"/>
              <a:gd name="connsiteY49" fmla="*/ 0 h 10000"/>
              <a:gd name="connsiteX50" fmla="*/ 0 w 10000"/>
              <a:gd name="connsiteY50" fmla="*/ 0 h 10000"/>
              <a:gd name="connsiteX0" fmla="*/ 0 w 10000"/>
              <a:gd name="connsiteY0" fmla="*/ 0 h 7955"/>
              <a:gd name="connsiteX1" fmla="*/ 32 w 10000"/>
              <a:gd name="connsiteY1" fmla="*/ 7955 h 7955"/>
              <a:gd name="connsiteX2" fmla="*/ 9953 w 10000"/>
              <a:gd name="connsiteY2" fmla="*/ 1370 h 7955"/>
              <a:gd name="connsiteX3" fmla="*/ 10000 w 10000"/>
              <a:gd name="connsiteY3" fmla="*/ 15 h 7955"/>
              <a:gd name="connsiteX4" fmla="*/ 10000 w 10000"/>
              <a:gd name="connsiteY4" fmla="*/ 15 h 7955"/>
              <a:gd name="connsiteX5" fmla="*/ 9773 w 10000"/>
              <a:gd name="connsiteY5" fmla="*/ 329 h 7955"/>
              <a:gd name="connsiteX6" fmla="*/ 9547 w 10000"/>
              <a:gd name="connsiteY6" fmla="*/ 627 h 7955"/>
              <a:gd name="connsiteX7" fmla="*/ 9320 w 10000"/>
              <a:gd name="connsiteY7" fmla="*/ 919 h 7955"/>
              <a:gd name="connsiteX8" fmla="*/ 9092 w 10000"/>
              <a:gd name="connsiteY8" fmla="*/ 1171 h 7955"/>
              <a:gd name="connsiteX9" fmla="*/ 8865 w 10000"/>
              <a:gd name="connsiteY9" fmla="*/ 1423 h 7955"/>
              <a:gd name="connsiteX10" fmla="*/ 8637 w 10000"/>
              <a:gd name="connsiteY10" fmla="*/ 1659 h 7955"/>
              <a:gd name="connsiteX11" fmla="*/ 8412 w 10000"/>
              <a:gd name="connsiteY11" fmla="*/ 1860 h 7955"/>
              <a:gd name="connsiteX12" fmla="*/ 8184 w 10000"/>
              <a:gd name="connsiteY12" fmla="*/ 2053 h 7955"/>
              <a:gd name="connsiteX13" fmla="*/ 7957 w 10000"/>
              <a:gd name="connsiteY13" fmla="*/ 2228 h 7955"/>
              <a:gd name="connsiteX14" fmla="*/ 7734 w 10000"/>
              <a:gd name="connsiteY14" fmla="*/ 2379 h 7955"/>
              <a:gd name="connsiteX15" fmla="*/ 7508 w 10000"/>
              <a:gd name="connsiteY15" fmla="*/ 2531 h 7955"/>
              <a:gd name="connsiteX16" fmla="*/ 7285 w 10000"/>
              <a:gd name="connsiteY16" fmla="*/ 2657 h 7955"/>
              <a:gd name="connsiteX17" fmla="*/ 7062 w 10000"/>
              <a:gd name="connsiteY17" fmla="*/ 2755 h 7955"/>
              <a:gd name="connsiteX18" fmla="*/ 6840 w 10000"/>
              <a:gd name="connsiteY18" fmla="*/ 2859 h 7955"/>
              <a:gd name="connsiteX19" fmla="*/ 6620 w 10000"/>
              <a:gd name="connsiteY19" fmla="*/ 2944 h 7955"/>
              <a:gd name="connsiteX20" fmla="*/ 6402 w 10000"/>
              <a:gd name="connsiteY20" fmla="*/ 3006 h 7955"/>
              <a:gd name="connsiteX21" fmla="*/ 6184 w 10000"/>
              <a:gd name="connsiteY21" fmla="*/ 3058 h 7955"/>
              <a:gd name="connsiteX22" fmla="*/ 5968 w 10000"/>
              <a:gd name="connsiteY22" fmla="*/ 3109 h 7955"/>
              <a:gd name="connsiteX23" fmla="*/ 5755 w 10000"/>
              <a:gd name="connsiteY23" fmla="*/ 3132 h 7955"/>
              <a:gd name="connsiteX24" fmla="*/ 5542 w 10000"/>
              <a:gd name="connsiteY24" fmla="*/ 3157 h 7955"/>
              <a:gd name="connsiteX25" fmla="*/ 5332 w 10000"/>
              <a:gd name="connsiteY25" fmla="*/ 3171 h 7955"/>
              <a:gd name="connsiteX26" fmla="*/ 5124 w 10000"/>
              <a:gd name="connsiteY26" fmla="*/ 3157 h 7955"/>
              <a:gd name="connsiteX27" fmla="*/ 4918 w 10000"/>
              <a:gd name="connsiteY27" fmla="*/ 3157 h 7955"/>
              <a:gd name="connsiteX28" fmla="*/ 4714 w 10000"/>
              <a:gd name="connsiteY28" fmla="*/ 3132 h 7955"/>
              <a:gd name="connsiteX29" fmla="*/ 4514 w 10000"/>
              <a:gd name="connsiteY29" fmla="*/ 3095 h 7955"/>
              <a:gd name="connsiteX30" fmla="*/ 4316 w 10000"/>
              <a:gd name="connsiteY30" fmla="*/ 3058 h 7955"/>
              <a:gd name="connsiteX31" fmla="*/ 4122 w 10000"/>
              <a:gd name="connsiteY31" fmla="*/ 3020 h 7955"/>
              <a:gd name="connsiteX32" fmla="*/ 3929 w 10000"/>
              <a:gd name="connsiteY32" fmla="*/ 2958 h 7955"/>
              <a:gd name="connsiteX33" fmla="*/ 3739 w 10000"/>
              <a:gd name="connsiteY33" fmla="*/ 2892 h 7955"/>
              <a:gd name="connsiteX34" fmla="*/ 3553 w 10000"/>
              <a:gd name="connsiteY34" fmla="*/ 2833 h 7955"/>
              <a:gd name="connsiteX35" fmla="*/ 3190 w 10000"/>
              <a:gd name="connsiteY35" fmla="*/ 2667 h 7955"/>
              <a:gd name="connsiteX36" fmla="*/ 2842 w 10000"/>
              <a:gd name="connsiteY36" fmla="*/ 2490 h 7955"/>
              <a:gd name="connsiteX37" fmla="*/ 2508 w 10000"/>
              <a:gd name="connsiteY37" fmla="*/ 2305 h 7955"/>
              <a:gd name="connsiteX38" fmla="*/ 2192 w 10000"/>
              <a:gd name="connsiteY38" fmla="*/ 2102 h 7955"/>
              <a:gd name="connsiteX39" fmla="*/ 1890 w 10000"/>
              <a:gd name="connsiteY39" fmla="*/ 1887 h 7955"/>
              <a:gd name="connsiteX40" fmla="*/ 1610 w 10000"/>
              <a:gd name="connsiteY40" fmla="*/ 1659 h 7955"/>
              <a:gd name="connsiteX41" fmla="*/ 1347 w 10000"/>
              <a:gd name="connsiteY41" fmla="*/ 1433 h 7955"/>
              <a:gd name="connsiteX42" fmla="*/ 1105 w 10000"/>
              <a:gd name="connsiteY42" fmla="*/ 1210 h 7955"/>
              <a:gd name="connsiteX43" fmla="*/ 883 w 10000"/>
              <a:gd name="connsiteY43" fmla="*/ 995 h 7955"/>
              <a:gd name="connsiteX44" fmla="*/ 686 w 10000"/>
              <a:gd name="connsiteY44" fmla="*/ 793 h 7955"/>
              <a:gd name="connsiteX45" fmla="*/ 508 w 10000"/>
              <a:gd name="connsiteY45" fmla="*/ 602 h 7955"/>
              <a:gd name="connsiteX46" fmla="*/ 358 w 10000"/>
              <a:gd name="connsiteY46" fmla="*/ 443 h 7955"/>
              <a:gd name="connsiteX47" fmla="*/ 232 w 10000"/>
              <a:gd name="connsiteY47" fmla="*/ 292 h 7955"/>
              <a:gd name="connsiteX48" fmla="*/ 59 w 10000"/>
              <a:gd name="connsiteY48" fmla="*/ 74 h 7955"/>
              <a:gd name="connsiteX49" fmla="*/ 0 w 10000"/>
              <a:gd name="connsiteY49" fmla="*/ 0 h 7955"/>
              <a:gd name="connsiteX50" fmla="*/ 0 w 10000"/>
              <a:gd name="connsiteY50" fmla="*/ 0 h 7955"/>
              <a:gd name="connsiteX0" fmla="*/ 0 w 10000"/>
              <a:gd name="connsiteY0" fmla="*/ 0 h 10000"/>
              <a:gd name="connsiteX1" fmla="*/ 32 w 10000"/>
              <a:gd name="connsiteY1" fmla="*/ 10000 h 10000"/>
              <a:gd name="connsiteX2" fmla="*/ 5409 w 10000"/>
              <a:gd name="connsiteY2" fmla="*/ 5405 h 10000"/>
              <a:gd name="connsiteX3" fmla="*/ 9953 w 10000"/>
              <a:gd name="connsiteY3" fmla="*/ 1722 h 10000"/>
              <a:gd name="connsiteX4" fmla="*/ 10000 w 10000"/>
              <a:gd name="connsiteY4" fmla="*/ 19 h 10000"/>
              <a:gd name="connsiteX5" fmla="*/ 10000 w 10000"/>
              <a:gd name="connsiteY5" fmla="*/ 19 h 10000"/>
              <a:gd name="connsiteX6" fmla="*/ 9773 w 10000"/>
              <a:gd name="connsiteY6" fmla="*/ 414 h 10000"/>
              <a:gd name="connsiteX7" fmla="*/ 9547 w 10000"/>
              <a:gd name="connsiteY7" fmla="*/ 788 h 10000"/>
              <a:gd name="connsiteX8" fmla="*/ 9320 w 10000"/>
              <a:gd name="connsiteY8" fmla="*/ 1155 h 10000"/>
              <a:gd name="connsiteX9" fmla="*/ 9092 w 10000"/>
              <a:gd name="connsiteY9" fmla="*/ 1472 h 10000"/>
              <a:gd name="connsiteX10" fmla="*/ 8865 w 10000"/>
              <a:gd name="connsiteY10" fmla="*/ 1789 h 10000"/>
              <a:gd name="connsiteX11" fmla="*/ 8637 w 10000"/>
              <a:gd name="connsiteY11" fmla="*/ 2085 h 10000"/>
              <a:gd name="connsiteX12" fmla="*/ 8412 w 10000"/>
              <a:gd name="connsiteY12" fmla="*/ 2338 h 10000"/>
              <a:gd name="connsiteX13" fmla="*/ 8184 w 10000"/>
              <a:gd name="connsiteY13" fmla="*/ 2581 h 10000"/>
              <a:gd name="connsiteX14" fmla="*/ 7957 w 10000"/>
              <a:gd name="connsiteY14" fmla="*/ 2801 h 10000"/>
              <a:gd name="connsiteX15" fmla="*/ 7734 w 10000"/>
              <a:gd name="connsiteY15" fmla="*/ 2991 h 10000"/>
              <a:gd name="connsiteX16" fmla="*/ 7508 w 10000"/>
              <a:gd name="connsiteY16" fmla="*/ 3182 h 10000"/>
              <a:gd name="connsiteX17" fmla="*/ 7285 w 10000"/>
              <a:gd name="connsiteY17" fmla="*/ 3340 h 10000"/>
              <a:gd name="connsiteX18" fmla="*/ 7062 w 10000"/>
              <a:gd name="connsiteY18" fmla="*/ 3463 h 10000"/>
              <a:gd name="connsiteX19" fmla="*/ 6840 w 10000"/>
              <a:gd name="connsiteY19" fmla="*/ 3594 h 10000"/>
              <a:gd name="connsiteX20" fmla="*/ 6620 w 10000"/>
              <a:gd name="connsiteY20" fmla="*/ 3701 h 10000"/>
              <a:gd name="connsiteX21" fmla="*/ 6402 w 10000"/>
              <a:gd name="connsiteY21" fmla="*/ 3779 h 10000"/>
              <a:gd name="connsiteX22" fmla="*/ 6184 w 10000"/>
              <a:gd name="connsiteY22" fmla="*/ 3844 h 10000"/>
              <a:gd name="connsiteX23" fmla="*/ 5968 w 10000"/>
              <a:gd name="connsiteY23" fmla="*/ 3908 h 10000"/>
              <a:gd name="connsiteX24" fmla="*/ 5755 w 10000"/>
              <a:gd name="connsiteY24" fmla="*/ 3937 h 10000"/>
              <a:gd name="connsiteX25" fmla="*/ 5542 w 10000"/>
              <a:gd name="connsiteY25" fmla="*/ 3969 h 10000"/>
              <a:gd name="connsiteX26" fmla="*/ 5332 w 10000"/>
              <a:gd name="connsiteY26" fmla="*/ 3986 h 10000"/>
              <a:gd name="connsiteX27" fmla="*/ 5124 w 10000"/>
              <a:gd name="connsiteY27" fmla="*/ 3969 h 10000"/>
              <a:gd name="connsiteX28" fmla="*/ 4918 w 10000"/>
              <a:gd name="connsiteY28" fmla="*/ 3969 h 10000"/>
              <a:gd name="connsiteX29" fmla="*/ 4714 w 10000"/>
              <a:gd name="connsiteY29" fmla="*/ 3937 h 10000"/>
              <a:gd name="connsiteX30" fmla="*/ 4514 w 10000"/>
              <a:gd name="connsiteY30" fmla="*/ 3891 h 10000"/>
              <a:gd name="connsiteX31" fmla="*/ 4316 w 10000"/>
              <a:gd name="connsiteY31" fmla="*/ 3844 h 10000"/>
              <a:gd name="connsiteX32" fmla="*/ 4122 w 10000"/>
              <a:gd name="connsiteY32" fmla="*/ 3796 h 10000"/>
              <a:gd name="connsiteX33" fmla="*/ 3929 w 10000"/>
              <a:gd name="connsiteY33" fmla="*/ 3718 h 10000"/>
              <a:gd name="connsiteX34" fmla="*/ 3739 w 10000"/>
              <a:gd name="connsiteY34" fmla="*/ 3635 h 10000"/>
              <a:gd name="connsiteX35" fmla="*/ 3553 w 10000"/>
              <a:gd name="connsiteY35" fmla="*/ 3561 h 10000"/>
              <a:gd name="connsiteX36" fmla="*/ 3190 w 10000"/>
              <a:gd name="connsiteY36" fmla="*/ 3353 h 10000"/>
              <a:gd name="connsiteX37" fmla="*/ 2842 w 10000"/>
              <a:gd name="connsiteY37" fmla="*/ 3130 h 10000"/>
              <a:gd name="connsiteX38" fmla="*/ 2508 w 10000"/>
              <a:gd name="connsiteY38" fmla="*/ 2898 h 10000"/>
              <a:gd name="connsiteX39" fmla="*/ 2192 w 10000"/>
              <a:gd name="connsiteY39" fmla="*/ 2642 h 10000"/>
              <a:gd name="connsiteX40" fmla="*/ 1890 w 10000"/>
              <a:gd name="connsiteY40" fmla="*/ 2372 h 10000"/>
              <a:gd name="connsiteX41" fmla="*/ 1610 w 10000"/>
              <a:gd name="connsiteY41" fmla="*/ 2085 h 10000"/>
              <a:gd name="connsiteX42" fmla="*/ 1347 w 10000"/>
              <a:gd name="connsiteY42" fmla="*/ 1801 h 10000"/>
              <a:gd name="connsiteX43" fmla="*/ 1105 w 10000"/>
              <a:gd name="connsiteY43" fmla="*/ 1521 h 10000"/>
              <a:gd name="connsiteX44" fmla="*/ 883 w 10000"/>
              <a:gd name="connsiteY44" fmla="*/ 1251 h 10000"/>
              <a:gd name="connsiteX45" fmla="*/ 686 w 10000"/>
              <a:gd name="connsiteY45" fmla="*/ 997 h 10000"/>
              <a:gd name="connsiteX46" fmla="*/ 508 w 10000"/>
              <a:gd name="connsiteY46" fmla="*/ 757 h 10000"/>
              <a:gd name="connsiteX47" fmla="*/ 358 w 10000"/>
              <a:gd name="connsiteY47" fmla="*/ 557 h 10000"/>
              <a:gd name="connsiteX48" fmla="*/ 232 w 10000"/>
              <a:gd name="connsiteY48" fmla="*/ 367 h 10000"/>
              <a:gd name="connsiteX49" fmla="*/ 59 w 10000"/>
              <a:gd name="connsiteY49" fmla="*/ 93 h 10000"/>
              <a:gd name="connsiteX50" fmla="*/ 0 w 10000"/>
              <a:gd name="connsiteY50" fmla="*/ 0 h 10000"/>
              <a:gd name="connsiteX51" fmla="*/ 0 w 10000"/>
              <a:gd name="connsiteY51" fmla="*/ 0 h 10000"/>
              <a:gd name="connsiteX0" fmla="*/ 0 w 10000"/>
              <a:gd name="connsiteY0" fmla="*/ 0 h 5405"/>
              <a:gd name="connsiteX1" fmla="*/ 16 w 10000"/>
              <a:gd name="connsiteY1" fmla="*/ 2608 h 5405"/>
              <a:gd name="connsiteX2" fmla="*/ 5409 w 10000"/>
              <a:gd name="connsiteY2" fmla="*/ 5405 h 5405"/>
              <a:gd name="connsiteX3" fmla="*/ 9953 w 10000"/>
              <a:gd name="connsiteY3" fmla="*/ 1722 h 5405"/>
              <a:gd name="connsiteX4" fmla="*/ 10000 w 10000"/>
              <a:gd name="connsiteY4" fmla="*/ 19 h 5405"/>
              <a:gd name="connsiteX5" fmla="*/ 10000 w 10000"/>
              <a:gd name="connsiteY5" fmla="*/ 19 h 5405"/>
              <a:gd name="connsiteX6" fmla="*/ 9773 w 10000"/>
              <a:gd name="connsiteY6" fmla="*/ 414 h 5405"/>
              <a:gd name="connsiteX7" fmla="*/ 9547 w 10000"/>
              <a:gd name="connsiteY7" fmla="*/ 788 h 5405"/>
              <a:gd name="connsiteX8" fmla="*/ 9320 w 10000"/>
              <a:gd name="connsiteY8" fmla="*/ 1155 h 5405"/>
              <a:gd name="connsiteX9" fmla="*/ 9092 w 10000"/>
              <a:gd name="connsiteY9" fmla="*/ 1472 h 5405"/>
              <a:gd name="connsiteX10" fmla="*/ 8865 w 10000"/>
              <a:gd name="connsiteY10" fmla="*/ 1789 h 5405"/>
              <a:gd name="connsiteX11" fmla="*/ 8637 w 10000"/>
              <a:gd name="connsiteY11" fmla="*/ 2085 h 5405"/>
              <a:gd name="connsiteX12" fmla="*/ 8412 w 10000"/>
              <a:gd name="connsiteY12" fmla="*/ 2338 h 5405"/>
              <a:gd name="connsiteX13" fmla="*/ 8184 w 10000"/>
              <a:gd name="connsiteY13" fmla="*/ 2581 h 5405"/>
              <a:gd name="connsiteX14" fmla="*/ 7957 w 10000"/>
              <a:gd name="connsiteY14" fmla="*/ 2801 h 5405"/>
              <a:gd name="connsiteX15" fmla="*/ 7734 w 10000"/>
              <a:gd name="connsiteY15" fmla="*/ 2991 h 5405"/>
              <a:gd name="connsiteX16" fmla="*/ 7508 w 10000"/>
              <a:gd name="connsiteY16" fmla="*/ 3182 h 5405"/>
              <a:gd name="connsiteX17" fmla="*/ 7285 w 10000"/>
              <a:gd name="connsiteY17" fmla="*/ 3340 h 5405"/>
              <a:gd name="connsiteX18" fmla="*/ 7062 w 10000"/>
              <a:gd name="connsiteY18" fmla="*/ 3463 h 5405"/>
              <a:gd name="connsiteX19" fmla="*/ 6840 w 10000"/>
              <a:gd name="connsiteY19" fmla="*/ 3594 h 5405"/>
              <a:gd name="connsiteX20" fmla="*/ 6620 w 10000"/>
              <a:gd name="connsiteY20" fmla="*/ 3701 h 5405"/>
              <a:gd name="connsiteX21" fmla="*/ 6402 w 10000"/>
              <a:gd name="connsiteY21" fmla="*/ 3779 h 5405"/>
              <a:gd name="connsiteX22" fmla="*/ 6184 w 10000"/>
              <a:gd name="connsiteY22" fmla="*/ 3844 h 5405"/>
              <a:gd name="connsiteX23" fmla="*/ 5968 w 10000"/>
              <a:gd name="connsiteY23" fmla="*/ 3908 h 5405"/>
              <a:gd name="connsiteX24" fmla="*/ 5755 w 10000"/>
              <a:gd name="connsiteY24" fmla="*/ 3937 h 5405"/>
              <a:gd name="connsiteX25" fmla="*/ 5542 w 10000"/>
              <a:gd name="connsiteY25" fmla="*/ 3969 h 5405"/>
              <a:gd name="connsiteX26" fmla="*/ 5332 w 10000"/>
              <a:gd name="connsiteY26" fmla="*/ 3986 h 5405"/>
              <a:gd name="connsiteX27" fmla="*/ 5124 w 10000"/>
              <a:gd name="connsiteY27" fmla="*/ 3969 h 5405"/>
              <a:gd name="connsiteX28" fmla="*/ 4918 w 10000"/>
              <a:gd name="connsiteY28" fmla="*/ 3969 h 5405"/>
              <a:gd name="connsiteX29" fmla="*/ 4714 w 10000"/>
              <a:gd name="connsiteY29" fmla="*/ 3937 h 5405"/>
              <a:gd name="connsiteX30" fmla="*/ 4514 w 10000"/>
              <a:gd name="connsiteY30" fmla="*/ 3891 h 5405"/>
              <a:gd name="connsiteX31" fmla="*/ 4316 w 10000"/>
              <a:gd name="connsiteY31" fmla="*/ 3844 h 5405"/>
              <a:gd name="connsiteX32" fmla="*/ 4122 w 10000"/>
              <a:gd name="connsiteY32" fmla="*/ 3796 h 5405"/>
              <a:gd name="connsiteX33" fmla="*/ 3929 w 10000"/>
              <a:gd name="connsiteY33" fmla="*/ 3718 h 5405"/>
              <a:gd name="connsiteX34" fmla="*/ 3739 w 10000"/>
              <a:gd name="connsiteY34" fmla="*/ 3635 h 5405"/>
              <a:gd name="connsiteX35" fmla="*/ 3553 w 10000"/>
              <a:gd name="connsiteY35" fmla="*/ 3561 h 5405"/>
              <a:gd name="connsiteX36" fmla="*/ 3190 w 10000"/>
              <a:gd name="connsiteY36" fmla="*/ 3353 h 5405"/>
              <a:gd name="connsiteX37" fmla="*/ 2842 w 10000"/>
              <a:gd name="connsiteY37" fmla="*/ 3130 h 5405"/>
              <a:gd name="connsiteX38" fmla="*/ 2508 w 10000"/>
              <a:gd name="connsiteY38" fmla="*/ 2898 h 5405"/>
              <a:gd name="connsiteX39" fmla="*/ 2192 w 10000"/>
              <a:gd name="connsiteY39" fmla="*/ 2642 h 5405"/>
              <a:gd name="connsiteX40" fmla="*/ 1890 w 10000"/>
              <a:gd name="connsiteY40" fmla="*/ 2372 h 5405"/>
              <a:gd name="connsiteX41" fmla="*/ 1610 w 10000"/>
              <a:gd name="connsiteY41" fmla="*/ 2085 h 5405"/>
              <a:gd name="connsiteX42" fmla="*/ 1347 w 10000"/>
              <a:gd name="connsiteY42" fmla="*/ 1801 h 5405"/>
              <a:gd name="connsiteX43" fmla="*/ 1105 w 10000"/>
              <a:gd name="connsiteY43" fmla="*/ 1521 h 5405"/>
              <a:gd name="connsiteX44" fmla="*/ 883 w 10000"/>
              <a:gd name="connsiteY44" fmla="*/ 1251 h 5405"/>
              <a:gd name="connsiteX45" fmla="*/ 686 w 10000"/>
              <a:gd name="connsiteY45" fmla="*/ 997 h 5405"/>
              <a:gd name="connsiteX46" fmla="*/ 508 w 10000"/>
              <a:gd name="connsiteY46" fmla="*/ 757 h 5405"/>
              <a:gd name="connsiteX47" fmla="*/ 358 w 10000"/>
              <a:gd name="connsiteY47" fmla="*/ 557 h 5405"/>
              <a:gd name="connsiteX48" fmla="*/ 232 w 10000"/>
              <a:gd name="connsiteY48" fmla="*/ 367 h 5405"/>
              <a:gd name="connsiteX49" fmla="*/ 59 w 10000"/>
              <a:gd name="connsiteY49" fmla="*/ 93 h 5405"/>
              <a:gd name="connsiteX50" fmla="*/ 0 w 10000"/>
              <a:gd name="connsiteY50" fmla="*/ 0 h 5405"/>
              <a:gd name="connsiteX51" fmla="*/ 0 w 10000"/>
              <a:gd name="connsiteY51" fmla="*/ 0 h 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000" h="5405">
                <a:moveTo>
                  <a:pt x="0" y="0"/>
                </a:moveTo>
                <a:cubicBezTo>
                  <a:pt x="5" y="4190"/>
                  <a:pt x="11" y="-1582"/>
                  <a:pt x="16" y="2608"/>
                </a:cubicBezTo>
                <a:lnTo>
                  <a:pt x="5409" y="5405"/>
                </a:lnTo>
                <a:lnTo>
                  <a:pt x="9953" y="1722"/>
                </a:lnTo>
                <a:cubicBezTo>
                  <a:pt x="9969" y="1154"/>
                  <a:pt x="9984" y="587"/>
                  <a:pt x="10000" y="19"/>
                </a:cubicBezTo>
                <a:lnTo>
                  <a:pt x="10000" y="19"/>
                </a:lnTo>
                <a:lnTo>
                  <a:pt x="9773" y="414"/>
                </a:lnTo>
                <a:cubicBezTo>
                  <a:pt x="9698" y="539"/>
                  <a:pt x="9622" y="663"/>
                  <a:pt x="9547" y="788"/>
                </a:cubicBezTo>
                <a:cubicBezTo>
                  <a:pt x="9471" y="910"/>
                  <a:pt x="9396" y="1033"/>
                  <a:pt x="9320" y="1155"/>
                </a:cubicBezTo>
                <a:lnTo>
                  <a:pt x="9092" y="1472"/>
                </a:lnTo>
                <a:lnTo>
                  <a:pt x="8865" y="1789"/>
                </a:lnTo>
                <a:lnTo>
                  <a:pt x="8637" y="2085"/>
                </a:lnTo>
                <a:lnTo>
                  <a:pt x="8412" y="2338"/>
                </a:lnTo>
                <a:lnTo>
                  <a:pt x="8184" y="2581"/>
                </a:lnTo>
                <a:lnTo>
                  <a:pt x="7957" y="2801"/>
                </a:lnTo>
                <a:lnTo>
                  <a:pt x="7734" y="2991"/>
                </a:lnTo>
                <a:lnTo>
                  <a:pt x="7508" y="3182"/>
                </a:lnTo>
                <a:lnTo>
                  <a:pt x="7285" y="3340"/>
                </a:lnTo>
                <a:lnTo>
                  <a:pt x="7062" y="3463"/>
                </a:lnTo>
                <a:lnTo>
                  <a:pt x="6840" y="3594"/>
                </a:lnTo>
                <a:lnTo>
                  <a:pt x="6620" y="3701"/>
                </a:lnTo>
                <a:lnTo>
                  <a:pt x="6402" y="3779"/>
                </a:lnTo>
                <a:lnTo>
                  <a:pt x="6184" y="3844"/>
                </a:lnTo>
                <a:lnTo>
                  <a:pt x="5968" y="3908"/>
                </a:lnTo>
                <a:lnTo>
                  <a:pt x="5755" y="3937"/>
                </a:lnTo>
                <a:lnTo>
                  <a:pt x="5542" y="3969"/>
                </a:lnTo>
                <a:lnTo>
                  <a:pt x="5332" y="3986"/>
                </a:lnTo>
                <a:lnTo>
                  <a:pt x="5124" y="3969"/>
                </a:lnTo>
                <a:lnTo>
                  <a:pt x="4918" y="3969"/>
                </a:lnTo>
                <a:lnTo>
                  <a:pt x="4714" y="3937"/>
                </a:lnTo>
                <a:lnTo>
                  <a:pt x="4514" y="3891"/>
                </a:lnTo>
                <a:lnTo>
                  <a:pt x="4316" y="3844"/>
                </a:lnTo>
                <a:lnTo>
                  <a:pt x="4122" y="3796"/>
                </a:lnTo>
                <a:lnTo>
                  <a:pt x="3929" y="3718"/>
                </a:lnTo>
                <a:lnTo>
                  <a:pt x="3739" y="3635"/>
                </a:lnTo>
                <a:lnTo>
                  <a:pt x="3553" y="3561"/>
                </a:lnTo>
                <a:lnTo>
                  <a:pt x="3190" y="3353"/>
                </a:lnTo>
                <a:lnTo>
                  <a:pt x="2842" y="3130"/>
                </a:lnTo>
                <a:lnTo>
                  <a:pt x="2508" y="2898"/>
                </a:lnTo>
                <a:lnTo>
                  <a:pt x="2192" y="2642"/>
                </a:lnTo>
                <a:lnTo>
                  <a:pt x="1890" y="2372"/>
                </a:lnTo>
                <a:lnTo>
                  <a:pt x="1610" y="2085"/>
                </a:lnTo>
                <a:lnTo>
                  <a:pt x="1347" y="1801"/>
                </a:lnTo>
                <a:lnTo>
                  <a:pt x="1105" y="1521"/>
                </a:lnTo>
                <a:lnTo>
                  <a:pt x="883" y="1251"/>
                </a:lnTo>
                <a:cubicBezTo>
                  <a:pt x="817" y="1167"/>
                  <a:pt x="752" y="1081"/>
                  <a:pt x="686" y="997"/>
                </a:cubicBezTo>
                <a:cubicBezTo>
                  <a:pt x="627" y="916"/>
                  <a:pt x="567" y="837"/>
                  <a:pt x="508" y="757"/>
                </a:cubicBezTo>
                <a:lnTo>
                  <a:pt x="358" y="557"/>
                </a:lnTo>
                <a:lnTo>
                  <a:pt x="232" y="367"/>
                </a:lnTo>
                <a:cubicBezTo>
                  <a:pt x="174" y="277"/>
                  <a:pt x="117" y="184"/>
                  <a:pt x="59" y="93"/>
                </a:cubicBezTo>
                <a:cubicBezTo>
                  <a:pt x="39" y="62"/>
                  <a:pt x="20" y="31"/>
                  <a:pt x="0" y="0"/>
                </a:cubicBez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2F7C1910-61FC-214E-B19D-2354E571E6B1}"/>
              </a:ext>
            </a:extLst>
          </p:cNvPr>
          <p:cNvSpPr/>
          <p:nvPr userDrawn="1"/>
        </p:nvSpPr>
        <p:spPr bwMode="gray">
          <a:xfrm rot="15922489">
            <a:off x="5152591"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Tree>
    <p:extLst>
      <p:ext uri="{BB962C8B-B14F-4D97-AF65-F5344CB8AC3E}">
        <p14:creationId xmlns:p14="http://schemas.microsoft.com/office/powerpoint/2010/main" val="1077937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1.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2.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theme" Target="../theme/theme3.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9D6418-E216-C64F-BF26-5BDA3C391418}"/>
              </a:ext>
            </a:extLst>
          </p:cNvPr>
          <p:cNvSpPr>
            <a:spLocks noGrp="1"/>
          </p:cNvSpPr>
          <p:nvPr>
            <p:ph type="title"/>
          </p:nvPr>
        </p:nvSpPr>
        <p:spPr>
          <a:xfrm>
            <a:off x="465667" y="106789"/>
            <a:ext cx="11300236" cy="714306"/>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A20821-D19D-A148-BAC4-6F47160003F5}"/>
              </a:ext>
            </a:extLst>
          </p:cNvPr>
          <p:cNvSpPr>
            <a:spLocks noGrp="1"/>
          </p:cNvSpPr>
          <p:nvPr>
            <p:ph type="body" idx="1"/>
          </p:nvPr>
        </p:nvSpPr>
        <p:spPr>
          <a:xfrm>
            <a:off x="465667" y="1673915"/>
            <a:ext cx="11300236" cy="1364476"/>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EE418-9FFE-C245-86D4-89ED8F8E7927}"/>
              </a:ext>
            </a:extLst>
          </p:cNvPr>
          <p:cNvSpPr>
            <a:spLocks noGrp="1"/>
          </p:cNvSpPr>
          <p:nvPr>
            <p:ph type="ftr" sz="quarter" idx="3"/>
          </p:nvPr>
        </p:nvSpPr>
        <p:spPr>
          <a:xfrm>
            <a:off x="465667" y="6357327"/>
            <a:ext cx="4114800" cy="184666"/>
          </a:xfrm>
          <a:prstGeom prst="rect">
            <a:avLst/>
          </a:prstGeom>
        </p:spPr>
        <p:txBody>
          <a:bodyPr vert="horz" lIns="0" tIns="0" rIns="0" bIns="0" rtlCol="0" anchor="t" anchorCtr="0">
            <a:spAutoFit/>
          </a:bodyPr>
          <a:lstStyle>
            <a:lvl1pPr algn="l">
              <a:defRPr sz="1200" b="0">
                <a:solidFill>
                  <a:schemeClr val="accent2"/>
                </a:solidFill>
                <a:latin typeface="+mn-lt"/>
              </a:defRPr>
            </a:lvl1pPr>
          </a:lstStyle>
          <a:p>
            <a:endParaRPr lang="en-US"/>
          </a:p>
        </p:txBody>
      </p:sp>
      <p:sp>
        <p:nvSpPr>
          <p:cNvPr id="6" name="Slide Number Placeholder 5">
            <a:extLst>
              <a:ext uri="{FF2B5EF4-FFF2-40B4-BE49-F238E27FC236}">
                <a16:creationId xmlns:a16="http://schemas.microsoft.com/office/drawing/2014/main" id="{BB58FFA3-C8F7-BB49-9D2C-D08852CF15DD}"/>
              </a:ext>
            </a:extLst>
          </p:cNvPr>
          <p:cNvSpPr>
            <a:spLocks noGrp="1"/>
          </p:cNvSpPr>
          <p:nvPr>
            <p:ph type="sldNum" sz="quarter" idx="4"/>
          </p:nvPr>
        </p:nvSpPr>
        <p:spPr>
          <a:xfrm>
            <a:off x="10562252" y="6357327"/>
            <a:ext cx="251927" cy="184666"/>
          </a:xfrm>
          <a:prstGeom prst="rect">
            <a:avLst/>
          </a:prstGeom>
        </p:spPr>
        <p:txBody>
          <a:bodyPr vert="horz" wrap="square" lIns="0" tIns="0" rIns="0" bIns="0" rtlCol="0" anchor="t" anchorCtr="0">
            <a:spAutoFit/>
          </a:bodyPr>
          <a:lstStyle>
            <a:lvl1pPr algn="r">
              <a:defRPr lang="en-US" sz="1200" b="0" smtClean="0">
                <a:solidFill>
                  <a:schemeClr val="accent2"/>
                </a:solidFill>
              </a:defRPr>
            </a:lvl1pPr>
          </a:lstStyle>
          <a:p>
            <a:fld id="{274CC3B9-6596-1243-9665-72A444B9047F}" type="slidenum">
              <a:rPr lang="en-CA" smtClean="0"/>
              <a:pPr/>
              <a:t>‹#›</a:t>
            </a:fld>
            <a:endParaRPr lang="en-CA"/>
          </a:p>
        </p:txBody>
      </p:sp>
      <p:cxnSp>
        <p:nvCxnSpPr>
          <p:cNvPr id="9" name="Straight Connector 8"/>
          <p:cNvCxnSpPr/>
          <p:nvPr userDrawn="1"/>
        </p:nvCxnSpPr>
        <p:spPr>
          <a:xfrm flipH="1">
            <a:off x="465667" y="821095"/>
            <a:ext cx="11300236"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768D067D-7D1A-D643-89DD-494771B9F9E9}"/>
              </a:ext>
            </a:extLst>
          </p:cNvPr>
          <p:cNvPicPr>
            <a:picLocks noChangeAspect="1"/>
          </p:cNvPicPr>
          <p:nvPr userDrawn="1"/>
        </p:nvPicPr>
        <p:blipFill rotWithShape="1">
          <a:blip r:embed="rId15" cstate="email">
            <a:extLst>
              <a:ext uri="{28A0092B-C50C-407E-A947-70E740481C1C}">
                <a14:useLocalDpi xmlns:a14="http://schemas.microsoft.com/office/drawing/2010/main"/>
              </a:ext>
            </a:extLst>
          </a:blip>
          <a:srcRect b="-6931"/>
          <a:stretch/>
        </p:blipFill>
        <p:spPr>
          <a:xfrm>
            <a:off x="11303723" y="6174735"/>
            <a:ext cx="542837" cy="546740"/>
          </a:xfrm>
          <a:prstGeom prst="rect">
            <a:avLst/>
          </a:prstGeom>
        </p:spPr>
      </p:pic>
      <p:cxnSp>
        <p:nvCxnSpPr>
          <p:cNvPr id="7" name="Straight Connector 6"/>
          <p:cNvCxnSpPr/>
          <p:nvPr userDrawn="1"/>
        </p:nvCxnSpPr>
        <p:spPr>
          <a:xfrm flipH="1">
            <a:off x="465667" y="6071330"/>
            <a:ext cx="10923693"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1520023"/>
      </p:ext>
    </p:extLst>
  </p:cSld>
  <p:clrMap bg1="lt1" tx1="dk1" bg2="lt2" tx2="dk2" accent1="accent1" accent2="accent2" accent3="accent3" accent4="accent4" accent5="accent5" accent6="accent6" hlink="hlink" folHlink="folHlink"/>
  <p:sldLayoutIdLst>
    <p:sldLayoutId id="2147483676" r:id="rId1"/>
    <p:sldLayoutId id="2147483703" r:id="rId2"/>
    <p:sldLayoutId id="2147483704" r:id="rId3"/>
    <p:sldLayoutId id="2147483705" r:id="rId4"/>
    <p:sldLayoutId id="2147483716" r:id="rId5"/>
    <p:sldLayoutId id="2147483677" r:id="rId6"/>
    <p:sldLayoutId id="2147483678" r:id="rId7"/>
    <p:sldLayoutId id="2147483680" r:id="rId8"/>
    <p:sldLayoutId id="2147483665" r:id="rId9"/>
    <p:sldLayoutId id="2147483732" r:id="rId10"/>
    <p:sldLayoutId id="2147483733" r:id="rId11"/>
    <p:sldLayoutId id="2147483734" r:id="rId12"/>
    <p:sldLayoutId id="2147483702" r:id="rId13"/>
  </p:sldLayoutIdLst>
  <p:hf hdr="0" ftr="0" dt="0"/>
  <p:txStyles>
    <p:titleStyle>
      <a:lvl1pPr algn="l" defTabSz="914400" rtl="0" eaLnBrk="1" latinLnBrk="0" hangingPunct="1">
        <a:lnSpc>
          <a:spcPct val="100000"/>
        </a:lnSpc>
        <a:spcBef>
          <a:spcPct val="0"/>
        </a:spcBef>
        <a:buNone/>
        <a:defRPr sz="2400" b="1" kern="1200">
          <a:solidFill>
            <a:srgbClr val="002060"/>
          </a:solidFill>
          <a:latin typeface="+mn-lt"/>
          <a:ea typeface="Segoe UI Historic" panose="020B0502040204020203" pitchFamily="34" charset="0"/>
          <a:cs typeface="Segoe UI Historic" panose="020B0502040204020203" pitchFamily="34" charset="0"/>
        </a:defRPr>
      </a:lvl1pPr>
    </p:titleStyle>
    <p:bodyStyle>
      <a:lvl1pPr marL="180975" indent="-180975" algn="l" defTabSz="914400" rtl="0" eaLnBrk="1" latinLnBrk="0" hangingPunct="1">
        <a:lnSpc>
          <a:spcPct val="90000"/>
        </a:lnSpc>
        <a:spcBef>
          <a:spcPts val="1000"/>
        </a:spcBef>
        <a:buClr>
          <a:schemeClr val="accent5"/>
        </a:buClr>
        <a:buSzPct val="120000"/>
        <a:buFont typeface="Arial" panose="020B0604020202020204" pitchFamily="34" charset="0"/>
        <a:buChar char="•"/>
        <a:defRPr sz="1600" b="0" i="0" kern="1200">
          <a:solidFill>
            <a:schemeClr val="tx1"/>
          </a:solidFill>
          <a:latin typeface="+mn-lt"/>
          <a:ea typeface="+mn-ea"/>
          <a:cs typeface="+mn-cs"/>
        </a:defRPr>
      </a:lvl1pPr>
      <a:lvl2pPr marL="361950" indent="-180975" algn="l" defTabSz="914400" rtl="0" eaLnBrk="1" latinLnBrk="0" hangingPunct="1">
        <a:lnSpc>
          <a:spcPct val="90000"/>
        </a:lnSpc>
        <a:spcBef>
          <a:spcPts val="500"/>
        </a:spcBef>
        <a:buClr>
          <a:schemeClr val="accent5"/>
        </a:buClr>
        <a:buSzPct val="80000"/>
        <a:buFont typeface="Wingdings" panose="05000000000000000000" pitchFamily="2" charset="2"/>
        <a:buChar char="§"/>
        <a:defRPr sz="1600" b="0" i="0" kern="1200">
          <a:solidFill>
            <a:schemeClr val="tx1"/>
          </a:solidFill>
          <a:latin typeface="+mn-lt"/>
          <a:ea typeface="+mn-ea"/>
          <a:cs typeface="+mn-cs"/>
        </a:defRPr>
      </a:lvl2pPr>
      <a:lvl3pPr marL="542925" indent="-180975" algn="l" defTabSz="914400" rtl="0" eaLnBrk="1" latinLnBrk="0" hangingPunct="1">
        <a:lnSpc>
          <a:spcPct val="90000"/>
        </a:lnSpc>
        <a:spcBef>
          <a:spcPts val="500"/>
        </a:spcBef>
        <a:buClr>
          <a:schemeClr val="accent5"/>
        </a:buClr>
        <a:buFont typeface="Arial" panose="020B0604020202020204" pitchFamily="34" charset="0"/>
        <a:buChar char="•"/>
        <a:defRPr sz="1600" b="0" i="0" kern="1200">
          <a:solidFill>
            <a:schemeClr val="tx1"/>
          </a:solidFill>
          <a:latin typeface="+mn-lt"/>
          <a:ea typeface="+mn-ea"/>
          <a:cs typeface="+mn-cs"/>
        </a:defRPr>
      </a:lvl3pPr>
      <a:lvl4pPr marL="714375" indent="-171450" algn="l" defTabSz="914400" rtl="0" eaLnBrk="1" latinLnBrk="0" hangingPunct="1">
        <a:lnSpc>
          <a:spcPct val="90000"/>
        </a:lnSpc>
        <a:spcBef>
          <a:spcPts val="500"/>
        </a:spcBef>
        <a:buClr>
          <a:schemeClr val="accent5"/>
        </a:buClr>
        <a:buSzPct val="70000"/>
        <a:buFont typeface="Wingdings" panose="05000000000000000000" pitchFamily="2" charset="2"/>
        <a:buChar char="§"/>
        <a:defRPr sz="1600" b="0" i="0" kern="1200">
          <a:solidFill>
            <a:schemeClr val="tx1"/>
          </a:solidFill>
          <a:latin typeface="+mn-lt"/>
          <a:ea typeface="+mn-ea"/>
          <a:cs typeface="+mn-cs"/>
        </a:defRPr>
      </a:lvl4pPr>
      <a:lvl5pPr marL="895350" indent="-180975" algn="l" defTabSz="914400" rtl="0" eaLnBrk="1" latinLnBrk="0" hangingPunct="1">
        <a:lnSpc>
          <a:spcPct val="90000"/>
        </a:lnSpc>
        <a:spcBef>
          <a:spcPts val="500"/>
        </a:spcBef>
        <a:buClr>
          <a:schemeClr val="accent5"/>
        </a:buClr>
        <a:buFont typeface="Calibri" panose="020F050202020403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742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9D6418-E216-C64F-BF26-5BDA3C391418}"/>
              </a:ext>
            </a:extLst>
          </p:cNvPr>
          <p:cNvSpPr>
            <a:spLocks noGrp="1"/>
          </p:cNvSpPr>
          <p:nvPr>
            <p:ph type="title"/>
          </p:nvPr>
        </p:nvSpPr>
        <p:spPr>
          <a:xfrm>
            <a:off x="445882" y="316007"/>
            <a:ext cx="11300236" cy="714306"/>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A20821-D19D-A148-BAC4-6F47160003F5}"/>
              </a:ext>
            </a:extLst>
          </p:cNvPr>
          <p:cNvSpPr>
            <a:spLocks noGrp="1"/>
          </p:cNvSpPr>
          <p:nvPr>
            <p:ph type="body" idx="1"/>
          </p:nvPr>
        </p:nvSpPr>
        <p:spPr>
          <a:xfrm>
            <a:off x="465667" y="1673915"/>
            <a:ext cx="11300236" cy="1364476"/>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EE418-9FFE-C245-86D4-89ED8F8E7927}"/>
              </a:ext>
            </a:extLst>
          </p:cNvPr>
          <p:cNvSpPr>
            <a:spLocks noGrp="1"/>
          </p:cNvSpPr>
          <p:nvPr>
            <p:ph type="ftr" sz="quarter" idx="3"/>
          </p:nvPr>
        </p:nvSpPr>
        <p:spPr>
          <a:xfrm>
            <a:off x="465667" y="6357327"/>
            <a:ext cx="4114800" cy="184666"/>
          </a:xfrm>
          <a:prstGeom prst="rect">
            <a:avLst/>
          </a:prstGeom>
        </p:spPr>
        <p:txBody>
          <a:bodyPr vert="horz" lIns="0" tIns="0" rIns="0" bIns="0" rtlCol="0" anchor="t" anchorCtr="0">
            <a:spAutoFit/>
          </a:bodyPr>
          <a:lstStyle>
            <a:lvl1pPr algn="l">
              <a:defRPr sz="1200" b="0">
                <a:solidFill>
                  <a:schemeClr val="accent2"/>
                </a:solidFill>
                <a:latin typeface="+mn-lt"/>
              </a:defRPr>
            </a:lvl1pPr>
          </a:lstStyle>
          <a:p>
            <a:endParaRPr lang="en-US"/>
          </a:p>
        </p:txBody>
      </p:sp>
      <p:sp>
        <p:nvSpPr>
          <p:cNvPr id="6" name="Slide Number Placeholder 5">
            <a:extLst>
              <a:ext uri="{FF2B5EF4-FFF2-40B4-BE49-F238E27FC236}">
                <a16:creationId xmlns:a16="http://schemas.microsoft.com/office/drawing/2014/main" id="{BB58FFA3-C8F7-BB49-9D2C-D08852CF15DD}"/>
              </a:ext>
            </a:extLst>
          </p:cNvPr>
          <p:cNvSpPr>
            <a:spLocks noGrp="1"/>
          </p:cNvSpPr>
          <p:nvPr>
            <p:ph type="sldNum" sz="quarter" idx="4"/>
          </p:nvPr>
        </p:nvSpPr>
        <p:spPr>
          <a:xfrm>
            <a:off x="10562252" y="6357327"/>
            <a:ext cx="251927" cy="184666"/>
          </a:xfrm>
          <a:prstGeom prst="rect">
            <a:avLst/>
          </a:prstGeom>
        </p:spPr>
        <p:txBody>
          <a:bodyPr vert="horz" wrap="square" lIns="0" tIns="0" rIns="0" bIns="0" rtlCol="0" anchor="t" anchorCtr="0">
            <a:spAutoFit/>
          </a:bodyPr>
          <a:lstStyle>
            <a:lvl1pPr algn="r">
              <a:defRPr lang="en-US" sz="1200" b="0" smtClean="0">
                <a:solidFill>
                  <a:schemeClr val="accent2"/>
                </a:solidFill>
              </a:defRPr>
            </a:lvl1pPr>
          </a:lstStyle>
          <a:p>
            <a:fld id="{274CC3B9-6596-1243-9665-72A444B9047F}" type="slidenum">
              <a:rPr lang="en-CA" smtClean="0"/>
              <a:pPr/>
              <a:t>‹#›</a:t>
            </a:fld>
            <a:endParaRPr lang="en-CA"/>
          </a:p>
        </p:txBody>
      </p:sp>
      <p:pic>
        <p:nvPicPr>
          <p:cNvPr id="8" name="Picture 7">
            <a:extLst>
              <a:ext uri="{FF2B5EF4-FFF2-40B4-BE49-F238E27FC236}">
                <a16:creationId xmlns:a16="http://schemas.microsoft.com/office/drawing/2014/main" id="{768D067D-7D1A-D643-89DD-494771B9F9E9}"/>
              </a:ext>
            </a:extLst>
          </p:cNvPr>
          <p:cNvPicPr>
            <a:picLocks noChangeAspect="1"/>
          </p:cNvPicPr>
          <p:nvPr userDrawn="1"/>
        </p:nvPicPr>
        <p:blipFill rotWithShape="1">
          <a:blip r:embed="rId12" cstate="email">
            <a:extLst>
              <a:ext uri="{28A0092B-C50C-407E-A947-70E740481C1C}">
                <a14:useLocalDpi xmlns:a14="http://schemas.microsoft.com/office/drawing/2010/main"/>
              </a:ext>
            </a:extLst>
          </a:blip>
          <a:srcRect b="-6931"/>
          <a:stretch/>
        </p:blipFill>
        <p:spPr>
          <a:xfrm>
            <a:off x="11303723" y="6174735"/>
            <a:ext cx="542837" cy="546740"/>
          </a:xfrm>
          <a:prstGeom prst="rect">
            <a:avLst/>
          </a:prstGeom>
        </p:spPr>
      </p:pic>
      <p:cxnSp>
        <p:nvCxnSpPr>
          <p:cNvPr id="7" name="Straight Connector 6"/>
          <p:cNvCxnSpPr/>
          <p:nvPr userDrawn="1"/>
        </p:nvCxnSpPr>
        <p:spPr>
          <a:xfrm flipH="1">
            <a:off x="465667" y="6071330"/>
            <a:ext cx="10923693"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152002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679" r:id="rId4"/>
    <p:sldLayoutId id="2147483740" r:id="rId5"/>
    <p:sldLayoutId id="2147483672" r:id="rId6"/>
    <p:sldLayoutId id="2147483673" r:id="rId7"/>
    <p:sldLayoutId id="2147483674" r:id="rId8"/>
    <p:sldLayoutId id="2147483681" r:id="rId9"/>
    <p:sldLayoutId id="2147483682" r:id="rId10"/>
  </p:sldLayoutIdLst>
  <p:hf hdr="0" ftr="0" dt="0"/>
  <p:txStyles>
    <p:titleStyle>
      <a:lvl1pPr algn="l" defTabSz="914400" rtl="0" eaLnBrk="1" latinLnBrk="0" hangingPunct="1">
        <a:lnSpc>
          <a:spcPct val="100000"/>
        </a:lnSpc>
        <a:spcBef>
          <a:spcPct val="0"/>
        </a:spcBef>
        <a:buNone/>
        <a:defRPr sz="2400" b="1" kern="1200">
          <a:solidFill>
            <a:srgbClr val="002060"/>
          </a:solidFill>
          <a:latin typeface="+mn-lt"/>
          <a:ea typeface="Segoe UI Historic" panose="020B0502040204020203" pitchFamily="34" charset="0"/>
          <a:cs typeface="Segoe UI Historic" panose="020B0502040204020203" pitchFamily="34" charset="0"/>
        </a:defRPr>
      </a:lvl1pPr>
    </p:titleStyle>
    <p:bodyStyle>
      <a:lvl1pPr marL="180975" indent="-180975" algn="l" defTabSz="914400" rtl="0" eaLnBrk="1" latinLnBrk="0" hangingPunct="1">
        <a:lnSpc>
          <a:spcPct val="90000"/>
        </a:lnSpc>
        <a:spcBef>
          <a:spcPts val="1000"/>
        </a:spcBef>
        <a:buClr>
          <a:schemeClr val="accent5"/>
        </a:buClr>
        <a:buSzPct val="120000"/>
        <a:buFont typeface="Arial" panose="020B0604020202020204" pitchFamily="34" charset="0"/>
        <a:buChar char="•"/>
        <a:defRPr sz="1600" b="0" i="0" kern="1200">
          <a:solidFill>
            <a:schemeClr val="tx1"/>
          </a:solidFill>
          <a:latin typeface="+mn-lt"/>
          <a:ea typeface="+mn-ea"/>
          <a:cs typeface="+mn-cs"/>
        </a:defRPr>
      </a:lvl1pPr>
      <a:lvl2pPr marL="361950" indent="-180975" algn="l" defTabSz="914400" rtl="0" eaLnBrk="1" latinLnBrk="0" hangingPunct="1">
        <a:lnSpc>
          <a:spcPct val="90000"/>
        </a:lnSpc>
        <a:spcBef>
          <a:spcPts val="500"/>
        </a:spcBef>
        <a:buClr>
          <a:schemeClr val="accent5"/>
        </a:buClr>
        <a:buSzPct val="80000"/>
        <a:buFont typeface="Wingdings" panose="05000000000000000000" pitchFamily="2" charset="2"/>
        <a:buChar char="§"/>
        <a:defRPr sz="1600" b="0" i="0" kern="1200">
          <a:solidFill>
            <a:schemeClr val="tx1"/>
          </a:solidFill>
          <a:latin typeface="+mn-lt"/>
          <a:ea typeface="+mn-ea"/>
          <a:cs typeface="+mn-cs"/>
        </a:defRPr>
      </a:lvl2pPr>
      <a:lvl3pPr marL="542925" indent="-180975" algn="l" defTabSz="914400" rtl="0" eaLnBrk="1" latinLnBrk="0" hangingPunct="1">
        <a:lnSpc>
          <a:spcPct val="90000"/>
        </a:lnSpc>
        <a:spcBef>
          <a:spcPts val="500"/>
        </a:spcBef>
        <a:buClr>
          <a:schemeClr val="accent5"/>
        </a:buClr>
        <a:buFont typeface="Arial" panose="020B0604020202020204" pitchFamily="34" charset="0"/>
        <a:buChar char="•"/>
        <a:defRPr sz="1600" b="0" i="0" kern="1200">
          <a:solidFill>
            <a:schemeClr val="tx1"/>
          </a:solidFill>
          <a:latin typeface="+mn-lt"/>
          <a:ea typeface="+mn-ea"/>
          <a:cs typeface="+mn-cs"/>
        </a:defRPr>
      </a:lvl3pPr>
      <a:lvl4pPr marL="714375" indent="-171450" algn="l" defTabSz="914400" rtl="0" eaLnBrk="1" latinLnBrk="0" hangingPunct="1">
        <a:lnSpc>
          <a:spcPct val="90000"/>
        </a:lnSpc>
        <a:spcBef>
          <a:spcPts val="500"/>
        </a:spcBef>
        <a:buClr>
          <a:schemeClr val="accent5"/>
        </a:buClr>
        <a:buSzPct val="70000"/>
        <a:buFont typeface="Wingdings" panose="05000000000000000000" pitchFamily="2" charset="2"/>
        <a:buChar char="§"/>
        <a:defRPr sz="1600" b="0" i="0" kern="1200">
          <a:solidFill>
            <a:schemeClr val="tx1"/>
          </a:solidFill>
          <a:latin typeface="+mn-lt"/>
          <a:ea typeface="+mn-ea"/>
          <a:cs typeface="+mn-cs"/>
        </a:defRPr>
      </a:lvl4pPr>
      <a:lvl5pPr marL="895350" indent="-180975" algn="l" defTabSz="914400" rtl="0" eaLnBrk="1" latinLnBrk="0" hangingPunct="1">
        <a:lnSpc>
          <a:spcPct val="90000"/>
        </a:lnSpc>
        <a:spcBef>
          <a:spcPts val="500"/>
        </a:spcBef>
        <a:buClr>
          <a:schemeClr val="accent5"/>
        </a:buClr>
        <a:buFont typeface="Calibri" panose="020F050202020403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742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023524-95D8-4AF1-A299-A26CCFB657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5730F52-5F7C-4F8A-8918-80DAA638BE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69A0D1E-D5EB-4550-B144-B69C3EAB7F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F93EF4-CCF6-C549-A5B3-FB7E361608E6}" type="datetime1">
              <a:rPr lang="en-US" smtClean="0"/>
              <a:t>11/4/2025</a:t>
            </a:fld>
            <a:endParaRPr lang="en-CA"/>
          </a:p>
        </p:txBody>
      </p:sp>
      <p:sp>
        <p:nvSpPr>
          <p:cNvPr id="5" name="Footer Placeholder 4">
            <a:extLst>
              <a:ext uri="{FF2B5EF4-FFF2-40B4-BE49-F238E27FC236}">
                <a16:creationId xmlns:a16="http://schemas.microsoft.com/office/drawing/2014/main" id="{44093BD5-DBE5-42D3-9E7E-C939A58A7B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9B5ACCB5-BBD9-4DF9-A3B4-8AB8531795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2BA253-7455-46C9-BD4C-CB6661B7FEAE}" type="slidenum">
              <a:rPr lang="en-CA" smtClean="0"/>
              <a:t>‹#›</a:t>
            </a:fld>
            <a:endParaRPr lang="en-CA"/>
          </a:p>
        </p:txBody>
      </p:sp>
    </p:spTree>
    <p:extLst>
      <p:ext uri="{BB962C8B-B14F-4D97-AF65-F5344CB8AC3E}">
        <p14:creationId xmlns:p14="http://schemas.microsoft.com/office/powerpoint/2010/main" val="266492308"/>
      </p:ext>
    </p:extLst>
  </p:cSld>
  <p:clrMap bg1="lt1" tx1="dk1" bg2="lt2" tx2="dk2" accent1="accent1" accent2="accent2" accent3="accent3" accent4="accent4" accent5="accent5" accent6="accent6" hlink="hlink" folHlink="folHlink"/>
  <p:sldLayoutIdLst>
    <p:sldLayoutId id="2147483661" r:id="rId1"/>
    <p:sldLayoutId id="2147483726" r:id="rId2"/>
    <p:sldLayoutId id="2147483663" r:id="rId3"/>
    <p:sldLayoutId id="2147483664" r:id="rId4"/>
    <p:sldLayoutId id="2147483707" r:id="rId5"/>
    <p:sldLayoutId id="2147483666" r:id="rId6"/>
    <p:sldLayoutId id="2147483667" r:id="rId7"/>
    <p:sldLayoutId id="2147483668" r:id="rId8"/>
    <p:sldLayoutId id="2147483669" r:id="rId9"/>
    <p:sldLayoutId id="2147483670" r:id="rId10"/>
    <p:sldLayoutId id="2147483671" r:id="rId11"/>
    <p:sldLayoutId id="2147483751" r:id="rId12"/>
    <p:sldLayoutId id="2147483752" r:id="rId13"/>
    <p:sldLayoutId id="2147483753"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mailto:ssmoses@datapattern.ai" TargetMode="External"/><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4BFEE820-4EC2-4782-A78D-C2C248EE8160}"/>
              </a:ext>
            </a:extLst>
          </p:cNvPr>
          <p:cNvPicPr>
            <a:picLocks noGrp="1" noChangeAspect="1"/>
          </p:cNvPicPr>
          <p:nvPr>
            <p:ph type="pic" sz="quarter" idx="4294967295"/>
          </p:nvPr>
        </p:nvPicPr>
        <p:blipFill>
          <a:blip r:embed="rId3">
            <a:extLst>
              <a:ext uri="{28A0092B-C50C-407E-A947-70E740481C1C}">
                <a14:useLocalDpi xmlns:a14="http://schemas.microsoft.com/office/drawing/2010/main" val="0"/>
              </a:ext>
            </a:extLst>
          </a:blip>
          <a:srcRect l="19845" r="19845"/>
          <a:stretch>
            <a:fillRect/>
          </a:stretch>
        </p:blipFill>
        <p:spPr>
          <a:xfrm>
            <a:off x="0" y="0"/>
            <a:ext cx="12192000" cy="6858000"/>
          </a:xfrm>
        </p:spPr>
      </p:pic>
      <p:sp>
        <p:nvSpPr>
          <p:cNvPr id="7" name="Right Triangle 6">
            <a:extLst>
              <a:ext uri="{FF2B5EF4-FFF2-40B4-BE49-F238E27FC236}">
                <a16:creationId xmlns:a16="http://schemas.microsoft.com/office/drawing/2014/main" id="{4F157EC3-CDD3-40E2-82A3-8E7DBB19EB93}"/>
              </a:ext>
            </a:extLst>
          </p:cNvPr>
          <p:cNvSpPr/>
          <p:nvPr/>
        </p:nvSpPr>
        <p:spPr>
          <a:xfrm flipV="1">
            <a:off x="0" y="0"/>
            <a:ext cx="6548284" cy="695067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Overview</a:t>
            </a:r>
          </a:p>
        </p:txBody>
      </p:sp>
      <p:pic>
        <p:nvPicPr>
          <p:cNvPr id="9" name="Picture 8">
            <a:extLst>
              <a:ext uri="{FF2B5EF4-FFF2-40B4-BE49-F238E27FC236}">
                <a16:creationId xmlns:a16="http://schemas.microsoft.com/office/drawing/2014/main" id="{07D3D004-6751-4EF3-8DE3-CA55CF6437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4903" y="1080708"/>
            <a:ext cx="3719623" cy="604934"/>
          </a:xfrm>
          <a:prstGeom prst="rect">
            <a:avLst/>
          </a:prstGeom>
        </p:spPr>
      </p:pic>
      <p:sp>
        <p:nvSpPr>
          <p:cNvPr id="10" name="Parallelogram 9">
            <a:extLst>
              <a:ext uri="{FF2B5EF4-FFF2-40B4-BE49-F238E27FC236}">
                <a16:creationId xmlns:a16="http://schemas.microsoft.com/office/drawing/2014/main" id="{9CEE6650-75BE-4B5C-B065-4AC84165E491}"/>
              </a:ext>
            </a:extLst>
          </p:cNvPr>
          <p:cNvSpPr/>
          <p:nvPr/>
        </p:nvSpPr>
        <p:spPr>
          <a:xfrm>
            <a:off x="2018764" y="1682441"/>
            <a:ext cx="3421626" cy="3170904"/>
          </a:xfrm>
          <a:prstGeom prst="parallelogram">
            <a:avLst>
              <a:gd name="adj" fmla="val 94057"/>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Parallelogram 10">
            <a:extLst>
              <a:ext uri="{FF2B5EF4-FFF2-40B4-BE49-F238E27FC236}">
                <a16:creationId xmlns:a16="http://schemas.microsoft.com/office/drawing/2014/main" id="{3053F3D9-DCD5-4DB5-952D-EB14FA0BEBCC}"/>
              </a:ext>
            </a:extLst>
          </p:cNvPr>
          <p:cNvSpPr/>
          <p:nvPr/>
        </p:nvSpPr>
        <p:spPr>
          <a:xfrm>
            <a:off x="3568577" y="0"/>
            <a:ext cx="3421626" cy="3170904"/>
          </a:xfrm>
          <a:prstGeom prst="parallelogram">
            <a:avLst>
              <a:gd name="adj" fmla="val 94057"/>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Parallelogram 11">
            <a:extLst>
              <a:ext uri="{FF2B5EF4-FFF2-40B4-BE49-F238E27FC236}">
                <a16:creationId xmlns:a16="http://schemas.microsoft.com/office/drawing/2014/main" id="{70196390-744C-4F74-AB3A-CAC86B3B160D}"/>
              </a:ext>
            </a:extLst>
          </p:cNvPr>
          <p:cNvSpPr/>
          <p:nvPr/>
        </p:nvSpPr>
        <p:spPr>
          <a:xfrm>
            <a:off x="516295" y="3209107"/>
            <a:ext cx="3421626" cy="3170904"/>
          </a:xfrm>
          <a:prstGeom prst="parallelogram">
            <a:avLst>
              <a:gd name="adj" fmla="val 94057"/>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C52CB446-4BB6-F7D8-A49F-AACF7EF50C6E}"/>
              </a:ext>
            </a:extLst>
          </p:cNvPr>
          <p:cNvSpPr txBox="1"/>
          <p:nvPr/>
        </p:nvSpPr>
        <p:spPr>
          <a:xfrm>
            <a:off x="233021" y="2500285"/>
            <a:ext cx="3517438" cy="738664"/>
          </a:xfrm>
          <a:prstGeom prst="rect">
            <a:avLst/>
          </a:prstGeom>
          <a:noFill/>
        </p:spPr>
        <p:txBody>
          <a:bodyPr wrap="none" rtlCol="0">
            <a:spAutoFit/>
          </a:bodyPr>
          <a:lstStyle/>
          <a:p>
            <a:r>
              <a:rPr lang="en-US" sz="2400" b="1">
                <a:solidFill>
                  <a:schemeClr val="accent1">
                    <a:lumMod val="75000"/>
                  </a:schemeClr>
                </a:solidFill>
              </a:rPr>
              <a:t>AI-Powered Semantic Hub</a:t>
            </a:r>
          </a:p>
          <a:p>
            <a:pPr algn="ctr"/>
            <a:r>
              <a:rPr lang="en-US" b="1">
                <a:solidFill>
                  <a:schemeClr val="accent1">
                    <a:lumMod val="75000"/>
                  </a:schemeClr>
                </a:solidFill>
              </a:rPr>
              <a:t>(</a:t>
            </a:r>
            <a:r>
              <a:rPr lang="en-IN" b="1">
                <a:solidFill>
                  <a:schemeClr val="accent1">
                    <a:lumMod val="75000"/>
                  </a:schemeClr>
                </a:solidFill>
              </a:rPr>
              <a:t>Turning Data into Intelligence</a:t>
            </a:r>
            <a:r>
              <a:rPr lang="en-IN"/>
              <a:t>)</a:t>
            </a:r>
            <a:endParaRPr lang="en-IN" b="1">
              <a:solidFill>
                <a:schemeClr val="accent1">
                  <a:lumMod val="75000"/>
                </a:schemeClr>
              </a:solidFill>
            </a:endParaRPr>
          </a:p>
        </p:txBody>
      </p:sp>
    </p:spTree>
    <p:extLst>
      <p:ext uri="{BB962C8B-B14F-4D97-AF65-F5344CB8AC3E}">
        <p14:creationId xmlns:p14="http://schemas.microsoft.com/office/powerpoint/2010/main" val="17840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25977-7EDA-8141-B6FA-90352BE7329E}"/>
              </a:ext>
            </a:extLst>
          </p:cNvPr>
          <p:cNvSpPr>
            <a:spLocks noGrp="1"/>
          </p:cNvSpPr>
          <p:nvPr>
            <p:ph type="title"/>
          </p:nvPr>
        </p:nvSpPr>
        <p:spPr>
          <a:xfrm>
            <a:off x="465667" y="394336"/>
            <a:ext cx="11300236" cy="714306"/>
          </a:xfrm>
        </p:spPr>
        <p:txBody>
          <a:bodyPr>
            <a:normAutofit/>
          </a:bodyPr>
          <a:lstStyle/>
          <a:p>
            <a:r>
              <a:rPr lang="en-US" sz="3600">
                <a:solidFill>
                  <a:srgbClr val="E88B00"/>
                </a:solidFill>
                <a:ea typeface="+mn-lt"/>
                <a:cs typeface="+mn-lt"/>
              </a:rPr>
              <a:t>Problem Statement :</a:t>
            </a:r>
            <a:endParaRPr lang="en-US" sz="3600"/>
          </a:p>
          <a:p>
            <a:endParaRPr lang="en-US">
              <a:solidFill>
                <a:schemeClr val="accent4">
                  <a:lumMod val="76000"/>
                </a:schemeClr>
              </a:solidFill>
              <a:ea typeface="Segoe UI Historic"/>
              <a:cs typeface="Segoe UI Historic"/>
            </a:endParaRPr>
          </a:p>
        </p:txBody>
      </p:sp>
      <p:sp>
        <p:nvSpPr>
          <p:cNvPr id="3" name="Slide Number Placeholder 2">
            <a:extLst>
              <a:ext uri="{FF2B5EF4-FFF2-40B4-BE49-F238E27FC236}">
                <a16:creationId xmlns:a16="http://schemas.microsoft.com/office/drawing/2014/main" id="{6AAD6ED9-8A02-A646-846C-FE961E2BC346}"/>
              </a:ext>
            </a:extLst>
          </p:cNvPr>
          <p:cNvSpPr>
            <a:spLocks noGrp="1"/>
          </p:cNvSpPr>
          <p:nvPr>
            <p:ph type="sldNum" sz="quarter" idx="4"/>
          </p:nvPr>
        </p:nvSpPr>
        <p:spPr>
          <a:xfrm>
            <a:off x="10687944" y="6345949"/>
            <a:ext cx="251927" cy="184666"/>
          </a:xfrm>
        </p:spPr>
        <p:txBody>
          <a:bodyPr/>
          <a:lstStyle/>
          <a:p>
            <a:fld id="{274CC3B9-6596-1243-9665-72A444B9047F}" type="slidenum">
              <a:rPr lang="en-CA" smtClean="0"/>
              <a:pPr/>
              <a:t>2</a:t>
            </a:fld>
            <a:endParaRPr lang="en-CA"/>
          </a:p>
        </p:txBody>
      </p:sp>
      <p:sp>
        <p:nvSpPr>
          <p:cNvPr id="4" name="TextBox 3">
            <a:extLst>
              <a:ext uri="{FF2B5EF4-FFF2-40B4-BE49-F238E27FC236}">
                <a16:creationId xmlns:a16="http://schemas.microsoft.com/office/drawing/2014/main" id="{566E926C-B1C4-79F5-422C-B73481C31F95}"/>
              </a:ext>
            </a:extLst>
          </p:cNvPr>
          <p:cNvSpPr txBox="1"/>
          <p:nvPr/>
        </p:nvSpPr>
        <p:spPr>
          <a:xfrm>
            <a:off x="459959" y="837073"/>
            <a:ext cx="10852847" cy="43227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ea typeface="+mn-lt"/>
                <a:cs typeface="+mn-lt"/>
              </a:rPr>
              <a:t> </a:t>
            </a:r>
            <a:r>
              <a:rPr lang="en-US" sz="2000">
                <a:ea typeface="+mn-lt"/>
                <a:cs typeface="+mn-lt"/>
              </a:rPr>
              <a:t>Enterprises struggle to unify semantic models across Fabric, and Azure Analytics service due to manual and error-prone Semantic model creation resulting in inconsistent models, broken dashboards, and delayed insights, while the lack of automation in adapting to new data or schema changes further limits scalability, reliability, and overall system efficiency.</a:t>
            </a:r>
            <a:endParaRPr lang="en-US" sz="2800" dirty="0">
              <a:solidFill>
                <a:schemeClr val="accent4">
                  <a:lumMod val="76000"/>
                </a:schemeClr>
              </a:solidFill>
              <a:ea typeface="+mn-lt"/>
              <a:cs typeface="+mn-lt"/>
            </a:endParaRPr>
          </a:p>
          <a:p>
            <a:endParaRPr lang="en-US" sz="2000" dirty="0">
              <a:solidFill>
                <a:srgbClr val="3F3F3F"/>
              </a:solidFill>
              <a:ea typeface="+mn-lt"/>
              <a:cs typeface="+mn-lt"/>
            </a:endParaRPr>
          </a:p>
          <a:p>
            <a:r>
              <a:rPr lang="en-US" sz="2800" b="1">
                <a:solidFill>
                  <a:schemeClr val="accent4">
                    <a:lumMod val="76000"/>
                  </a:schemeClr>
                </a:solidFill>
                <a:ea typeface="+mn-lt"/>
                <a:cs typeface="+mn-lt"/>
              </a:rPr>
              <a:t>Solution:</a:t>
            </a:r>
            <a:endParaRPr lang="en-US" sz="2800">
              <a:solidFill>
                <a:schemeClr val="accent4">
                  <a:lumMod val="76000"/>
                </a:schemeClr>
              </a:solidFill>
              <a:ea typeface="Calibri"/>
              <a:cs typeface="Calibri"/>
            </a:endParaRPr>
          </a:p>
          <a:p>
            <a:pPr marL="285750" indent="-285750">
              <a:lnSpc>
                <a:spcPct val="150000"/>
              </a:lnSpc>
              <a:buFont typeface="Arial"/>
              <a:buChar char="•"/>
            </a:pPr>
            <a:r>
              <a:rPr lang="en-US" sz="2000" dirty="0">
                <a:ea typeface="+mn-lt"/>
                <a:cs typeface="+mn-lt"/>
              </a:rPr>
              <a:t>LLMs connect to Databricks Delta Tables and intelligently extract schema, relationships, and measures.</a:t>
            </a:r>
            <a:endParaRPr lang="en-US" sz="2000" dirty="0">
              <a:solidFill>
                <a:srgbClr val="3F3F3F"/>
              </a:solidFill>
              <a:ea typeface="Calibri"/>
              <a:cs typeface="Calibri"/>
            </a:endParaRPr>
          </a:p>
          <a:p>
            <a:pPr marL="285750" indent="-285750">
              <a:lnSpc>
                <a:spcPct val="150000"/>
              </a:lnSpc>
              <a:buFont typeface="Arial"/>
              <a:buChar char="•"/>
            </a:pPr>
            <a:r>
              <a:rPr lang="en-US" sz="2000" dirty="0">
                <a:ea typeface="+mn-lt"/>
                <a:cs typeface="+mn-lt"/>
              </a:rPr>
              <a:t>AI dynamically creates and updates TMDL-based </a:t>
            </a:r>
            <a:r>
              <a:rPr lang="en-US" sz="2000" b="1" dirty="0">
                <a:ea typeface="+mn-lt"/>
                <a:cs typeface="+mn-lt"/>
              </a:rPr>
              <a:t>semantic models </a:t>
            </a:r>
            <a:r>
              <a:rPr lang="en-US" sz="2000" dirty="0">
                <a:ea typeface="+mn-lt"/>
                <a:cs typeface="+mn-lt"/>
              </a:rPr>
              <a:t>.</a:t>
            </a:r>
            <a:endParaRPr lang="en-US" sz="2000" dirty="0">
              <a:ea typeface="Calibri"/>
              <a:cs typeface="Calibri"/>
            </a:endParaRPr>
          </a:p>
          <a:p>
            <a:pPr marL="285750" indent="-285750">
              <a:lnSpc>
                <a:spcPct val="150000"/>
              </a:lnSpc>
              <a:buFont typeface="Arial"/>
              <a:buChar char="•"/>
            </a:pPr>
            <a:r>
              <a:rPr lang="en-US" sz="2000" dirty="0">
                <a:ea typeface="+mn-lt"/>
                <a:cs typeface="+mn-lt"/>
              </a:rPr>
              <a:t>Generated models are seamlessly deployed to visualization platform for real-time analytics</a:t>
            </a:r>
            <a:endParaRPr lang="en-US" sz="2000" dirty="0">
              <a:ea typeface="Calibri"/>
              <a:cs typeface="Calibri"/>
            </a:endParaRPr>
          </a:p>
          <a:p>
            <a:pPr marL="285750" indent="-285750">
              <a:lnSpc>
                <a:spcPct val="150000"/>
              </a:lnSpc>
              <a:buFont typeface="Arial"/>
              <a:buChar char="•"/>
            </a:pPr>
            <a:r>
              <a:rPr lang="en-US" sz="2000" b="1">
                <a:ea typeface="+mn-lt"/>
                <a:cs typeface="+mn-lt"/>
              </a:rPr>
              <a:t>LLMs</a:t>
            </a:r>
            <a:r>
              <a:rPr lang="en-US" sz="2000">
                <a:ea typeface="+mn-lt"/>
                <a:cs typeface="+mn-lt"/>
              </a:rPr>
              <a:t> to build and maintain semantic models minimal manual process.</a:t>
            </a:r>
            <a:endParaRPr lang="en-US" sz="2000">
              <a:ea typeface="Calibri"/>
              <a:cs typeface="Calibri"/>
            </a:endParaRPr>
          </a:p>
        </p:txBody>
      </p:sp>
    </p:spTree>
    <p:extLst>
      <p:ext uri="{BB962C8B-B14F-4D97-AF65-F5344CB8AC3E}">
        <p14:creationId xmlns:p14="http://schemas.microsoft.com/office/powerpoint/2010/main" val="2756705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EA4375-1FA1-8922-3089-B3A204321945}"/>
              </a:ext>
            </a:extLst>
          </p:cNvPr>
          <p:cNvSpPr>
            <a:spLocks noGrp="1"/>
          </p:cNvSpPr>
          <p:nvPr>
            <p:ph type="title"/>
          </p:nvPr>
        </p:nvSpPr>
        <p:spPr>
          <a:xfrm>
            <a:off x="556532" y="643467"/>
            <a:ext cx="11210925" cy="744836"/>
          </a:xfrm>
        </p:spPr>
        <p:txBody>
          <a:bodyPr vert="horz" lIns="91440" tIns="45720" rIns="91440" bIns="45720" rtlCol="0" anchor="ctr">
            <a:normAutofit fontScale="90000"/>
          </a:bodyPr>
          <a:lstStyle/>
          <a:p>
            <a:pPr algn="ctr">
              <a:lnSpc>
                <a:spcPct val="90000"/>
              </a:lnSpc>
            </a:pPr>
            <a:br>
              <a:rPr lang="en-US" sz="2200" kern="1200" dirty="0">
                <a:latin typeface="+mj-lt"/>
                <a:ea typeface="+mj-ea"/>
                <a:cs typeface="+mj-cs"/>
              </a:rPr>
            </a:br>
            <a:r>
              <a:rPr lang="en-US" sz="3200" kern="1200" dirty="0">
                <a:solidFill>
                  <a:schemeClr val="accent6"/>
                </a:solidFill>
                <a:latin typeface="+mj-lt"/>
                <a:ea typeface="+mj-ea"/>
                <a:cs typeface="+mj-cs"/>
              </a:rPr>
              <a:t>Logical Architecture Overview</a:t>
            </a:r>
            <a:endParaRPr lang="en-US" sz="3200" kern="1200" dirty="0">
              <a:solidFill>
                <a:schemeClr val="accent6"/>
              </a:solidFill>
              <a:latin typeface="+mj-lt"/>
              <a:ea typeface="Calibri Light"/>
              <a:cs typeface="Calibri Light"/>
            </a:endParaRPr>
          </a:p>
          <a:p>
            <a:pPr algn="ctr">
              <a:lnSpc>
                <a:spcPct val="90000"/>
              </a:lnSpc>
            </a:pPr>
            <a:endParaRPr lang="en-US" sz="3200" kern="1200" dirty="0">
              <a:solidFill>
                <a:schemeClr val="accent6"/>
              </a:solidFill>
              <a:latin typeface="+mj-lt"/>
              <a:ea typeface="Calibri Light"/>
              <a:cs typeface="Calibri Light"/>
            </a:endParaRPr>
          </a:p>
        </p:txBody>
      </p:sp>
      <p:sp>
        <p:nvSpPr>
          <p:cNvPr id="4" name="Slide Number Placeholder 3">
            <a:extLst>
              <a:ext uri="{FF2B5EF4-FFF2-40B4-BE49-F238E27FC236}">
                <a16:creationId xmlns:a16="http://schemas.microsoft.com/office/drawing/2014/main" id="{572BACB9-BEE7-A6F4-06F0-E5F963EC2204}"/>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pPr>
            <a:fld id="{274CC3B9-6596-1243-9665-72A444B9047F}" type="slidenum">
              <a:rPr lang="en-US" smtClean="0">
                <a:solidFill>
                  <a:schemeClr val="tx1">
                    <a:tint val="75000"/>
                  </a:schemeClr>
                </a:solidFill>
              </a:rPr>
              <a:pPr>
                <a:spcAft>
                  <a:spcPts val="600"/>
                </a:spcAft>
              </a:pPr>
              <a:t>3</a:t>
            </a:fld>
            <a:endParaRPr lang="en-US">
              <a:solidFill>
                <a:schemeClr val="tx1">
                  <a:tint val="75000"/>
                </a:schemeClr>
              </a:solidFill>
            </a:endParaRPr>
          </a:p>
        </p:txBody>
      </p:sp>
      <p:pic>
        <p:nvPicPr>
          <p:cNvPr id="7" name="Content Placeholder 6" descr="A diagram of a layer of data&#10;&#10;AI-generated content may be incorrect.">
            <a:extLst>
              <a:ext uri="{FF2B5EF4-FFF2-40B4-BE49-F238E27FC236}">
                <a16:creationId xmlns:a16="http://schemas.microsoft.com/office/drawing/2014/main" id="{96427FFD-2758-D515-9990-60EBE36E06DD}"/>
              </a:ext>
            </a:extLst>
          </p:cNvPr>
          <p:cNvPicPr>
            <a:picLocks noGrp="1" noChangeAspect="1"/>
          </p:cNvPicPr>
          <p:nvPr>
            <p:ph idx="1"/>
          </p:nvPr>
        </p:nvPicPr>
        <p:blipFill>
          <a:blip r:embed="rId2"/>
          <a:stretch>
            <a:fillRect/>
          </a:stretch>
        </p:blipFill>
        <p:spPr>
          <a:xfrm>
            <a:off x="1219747" y="1669237"/>
            <a:ext cx="9294075" cy="3519525"/>
          </a:xfrm>
          <a:prstGeom prst="rect">
            <a:avLst/>
          </a:prstGeom>
        </p:spPr>
      </p:pic>
    </p:spTree>
    <p:extLst>
      <p:ext uri="{BB962C8B-B14F-4D97-AF65-F5344CB8AC3E}">
        <p14:creationId xmlns:p14="http://schemas.microsoft.com/office/powerpoint/2010/main" val="284934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9F186-33DC-58C2-01F5-28799A021C53}"/>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D42C3DE3-E458-B785-FDDE-CDF16D805561}"/>
              </a:ext>
            </a:extLst>
          </p:cNvPr>
          <p:cNvSpPr/>
          <p:nvPr/>
        </p:nvSpPr>
        <p:spPr>
          <a:xfrm>
            <a:off x="432413" y="1550896"/>
            <a:ext cx="4565379" cy="1540758"/>
          </a:xfrm>
          <a:prstGeom prst="round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636F6E3-936D-886B-53F2-80035FAE23B8}"/>
              </a:ext>
            </a:extLst>
          </p:cNvPr>
          <p:cNvSpPr/>
          <p:nvPr/>
        </p:nvSpPr>
        <p:spPr>
          <a:xfrm>
            <a:off x="5572292" y="1548568"/>
            <a:ext cx="5669019" cy="1878722"/>
          </a:xfrm>
          <a:prstGeom prst="round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8DC7E1-C71C-C525-9A16-EA93A9E8F8D5}"/>
              </a:ext>
            </a:extLst>
          </p:cNvPr>
          <p:cNvSpPr>
            <a:spLocks noGrp="1"/>
          </p:cNvSpPr>
          <p:nvPr>
            <p:ph type="title"/>
          </p:nvPr>
        </p:nvSpPr>
        <p:spPr>
          <a:xfrm>
            <a:off x="465667" y="63657"/>
            <a:ext cx="11300236" cy="628042"/>
          </a:xfrm>
        </p:spPr>
        <p:txBody>
          <a:bodyPr>
            <a:normAutofit/>
          </a:bodyPr>
          <a:lstStyle/>
          <a:p>
            <a:r>
              <a:rPr lang="en-US" sz="2800">
                <a:solidFill>
                  <a:schemeClr val="tx2">
                    <a:lumMod val="90000"/>
                    <a:lumOff val="10000"/>
                  </a:schemeClr>
                </a:solidFill>
                <a:ea typeface="Calibri"/>
                <a:cs typeface="Calibri"/>
              </a:rPr>
              <a:t> Auto Semantic Hub</a:t>
            </a:r>
            <a:endParaRPr lang="en-US" sz="2800" dirty="0">
              <a:solidFill>
                <a:schemeClr val="tx2">
                  <a:lumMod val="90000"/>
                  <a:lumOff val="10000"/>
                </a:schemeClr>
              </a:solidFill>
              <a:ea typeface="Calibri"/>
              <a:cs typeface="Calibri"/>
            </a:endParaRPr>
          </a:p>
        </p:txBody>
      </p:sp>
      <p:sp>
        <p:nvSpPr>
          <p:cNvPr id="3" name="Content Placeholder 2">
            <a:extLst>
              <a:ext uri="{FF2B5EF4-FFF2-40B4-BE49-F238E27FC236}">
                <a16:creationId xmlns:a16="http://schemas.microsoft.com/office/drawing/2014/main" id="{9446F277-A9C5-EC61-883A-9561EFD770F6}"/>
              </a:ext>
            </a:extLst>
          </p:cNvPr>
          <p:cNvSpPr>
            <a:spLocks noGrp="1"/>
          </p:cNvSpPr>
          <p:nvPr>
            <p:ph idx="1"/>
          </p:nvPr>
        </p:nvSpPr>
        <p:spPr>
          <a:xfrm>
            <a:off x="285667" y="1157292"/>
            <a:ext cx="11300236" cy="1492716"/>
          </a:xfrm>
        </p:spPr>
        <p:txBody>
          <a:bodyPr vert="horz" wrap="square" lIns="0" tIns="0" rIns="0" bIns="0" rtlCol="0" anchor="t">
            <a:spAutoFit/>
          </a:bodyPr>
          <a:lstStyle/>
          <a:p>
            <a:endParaRPr lang="en-US" sz="2000" dirty="0">
              <a:ea typeface="Calibri"/>
              <a:cs typeface="Calibri"/>
            </a:endParaRPr>
          </a:p>
          <a:p>
            <a:endParaRPr lang="en-US" sz="2000" dirty="0">
              <a:ea typeface="Calibri"/>
              <a:cs typeface="Calibri"/>
            </a:endParaRPr>
          </a:p>
          <a:p>
            <a:endParaRPr lang="en-US" sz="2000" dirty="0">
              <a:ea typeface="Calibri"/>
              <a:cs typeface="Calibri"/>
            </a:endParaRPr>
          </a:p>
          <a:p>
            <a:endParaRPr lang="en-US" sz="2000" dirty="0">
              <a:ea typeface="Calibri"/>
              <a:cs typeface="Calibri"/>
            </a:endParaRPr>
          </a:p>
        </p:txBody>
      </p:sp>
      <p:sp>
        <p:nvSpPr>
          <p:cNvPr id="4" name="Slide Number Placeholder 3">
            <a:extLst>
              <a:ext uri="{FF2B5EF4-FFF2-40B4-BE49-F238E27FC236}">
                <a16:creationId xmlns:a16="http://schemas.microsoft.com/office/drawing/2014/main" id="{CD328E54-4B20-E065-EA17-329B02C6906C}"/>
              </a:ext>
            </a:extLst>
          </p:cNvPr>
          <p:cNvSpPr>
            <a:spLocks noGrp="1"/>
          </p:cNvSpPr>
          <p:nvPr>
            <p:ph type="sldNum" sz="quarter" idx="4"/>
          </p:nvPr>
        </p:nvSpPr>
        <p:spPr/>
        <p:txBody>
          <a:bodyPr/>
          <a:lstStyle/>
          <a:p>
            <a:fld id="{274CC3B9-6596-1243-9665-72A444B9047F}" type="slidenum">
              <a:rPr lang="en-CA" smtClean="0"/>
              <a:pPr/>
              <a:t>4</a:t>
            </a:fld>
            <a:endParaRPr lang="en-CA"/>
          </a:p>
        </p:txBody>
      </p:sp>
      <p:sp>
        <p:nvSpPr>
          <p:cNvPr id="7" name="TextBox 6">
            <a:extLst>
              <a:ext uri="{FF2B5EF4-FFF2-40B4-BE49-F238E27FC236}">
                <a16:creationId xmlns:a16="http://schemas.microsoft.com/office/drawing/2014/main" id="{A5268653-B946-9E2F-AED9-E72A12F1B5DF}"/>
              </a:ext>
            </a:extLst>
          </p:cNvPr>
          <p:cNvSpPr txBox="1"/>
          <p:nvPr/>
        </p:nvSpPr>
        <p:spPr>
          <a:xfrm>
            <a:off x="5755903" y="1669479"/>
            <a:ext cx="530214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sz="1200">
                <a:ea typeface="+mn-lt"/>
                <a:cs typeface="+mn-lt"/>
              </a:rPr>
              <a:t>Connects to </a:t>
            </a:r>
            <a:r>
              <a:rPr lang="en-US" sz="1200" b="1">
                <a:ea typeface="+mn-lt"/>
                <a:cs typeface="+mn-lt"/>
              </a:rPr>
              <a:t>Databricks Delta Tables</a:t>
            </a:r>
            <a:r>
              <a:rPr lang="en-US" sz="1200">
                <a:ea typeface="+mn-lt"/>
                <a:cs typeface="+mn-lt"/>
              </a:rPr>
              <a:t>, where an </a:t>
            </a:r>
            <a:r>
              <a:rPr lang="en-US" sz="1200" b="1">
                <a:ea typeface="+mn-lt"/>
                <a:cs typeface="+mn-lt"/>
              </a:rPr>
              <a:t>LLM extracts metadata</a:t>
            </a:r>
            <a:r>
              <a:rPr lang="en-US" sz="1200" dirty="0">
                <a:ea typeface="+mn-lt"/>
                <a:cs typeface="+mn-lt"/>
              </a:rPr>
              <a:t> </a:t>
            </a:r>
            <a:r>
              <a:rPr lang="en-US" sz="1200">
                <a:ea typeface="+mn-lt"/>
                <a:cs typeface="+mn-lt"/>
              </a:rPr>
              <a:t>to create a blueprint for semantic modeling.</a:t>
            </a:r>
            <a:endParaRPr lang="en-US" sz="1200" dirty="0">
              <a:ea typeface="Calibri"/>
              <a:cs typeface="Calibri"/>
            </a:endParaRPr>
          </a:p>
          <a:p>
            <a:pPr marL="285750" indent="-285750" algn="just">
              <a:buFont typeface="Arial"/>
              <a:buChar char="•"/>
            </a:pPr>
            <a:endParaRPr lang="en-US" sz="1200" dirty="0">
              <a:ea typeface="+mn-lt"/>
              <a:cs typeface="+mn-lt"/>
            </a:endParaRPr>
          </a:p>
          <a:p>
            <a:pPr marL="285750" indent="-285750" algn="just">
              <a:buFont typeface="Arial"/>
              <a:buChar char="•"/>
            </a:pPr>
            <a:r>
              <a:rPr lang="en-US" sz="1200" b="1">
                <a:ea typeface="+mn-lt"/>
                <a:cs typeface="+mn-lt"/>
              </a:rPr>
              <a:t>Generates TMDL code</a:t>
            </a:r>
            <a:r>
              <a:rPr lang="en-US" sz="1200">
                <a:ea typeface="+mn-lt"/>
                <a:cs typeface="+mn-lt"/>
              </a:rPr>
              <a:t> from metadata and </a:t>
            </a:r>
            <a:r>
              <a:rPr lang="en-US" sz="1200" b="1">
                <a:ea typeface="+mn-lt"/>
                <a:cs typeface="+mn-lt"/>
              </a:rPr>
              <a:t>auto-commits to Power BI</a:t>
            </a:r>
            <a:r>
              <a:rPr lang="en-US" sz="1200" dirty="0">
                <a:ea typeface="+mn-lt"/>
                <a:cs typeface="+mn-lt"/>
              </a:rPr>
              <a:t> </a:t>
            </a:r>
            <a:r>
              <a:rPr lang="en-US" sz="1200">
                <a:ea typeface="+mn-lt"/>
                <a:cs typeface="+mn-lt"/>
              </a:rPr>
              <a:t>for instant semantic model deployment.</a:t>
            </a:r>
            <a:endParaRPr lang="en-US" sz="1200" dirty="0">
              <a:ea typeface="Calibri" panose="020F0502020204030204"/>
              <a:cs typeface="Calibri" panose="020F0502020204030204"/>
            </a:endParaRPr>
          </a:p>
          <a:p>
            <a:pPr marL="285750" indent="-285750" algn="just">
              <a:buFont typeface="Arial"/>
              <a:buChar char="•"/>
            </a:pPr>
            <a:endParaRPr lang="en-US" sz="1200" dirty="0">
              <a:ea typeface="+mn-lt"/>
              <a:cs typeface="+mn-lt"/>
            </a:endParaRPr>
          </a:p>
          <a:p>
            <a:pPr marL="285750" indent="-285750" algn="just">
              <a:buFont typeface="Arial"/>
              <a:buChar char="•"/>
            </a:pPr>
            <a:r>
              <a:rPr lang="en-US" sz="1200">
                <a:ea typeface="+mn-lt"/>
                <a:cs typeface="+mn-lt"/>
              </a:rPr>
              <a:t>Includes a </a:t>
            </a:r>
            <a:r>
              <a:rPr lang="en-US" sz="1200" b="1">
                <a:ea typeface="+mn-lt"/>
                <a:cs typeface="+mn-lt"/>
              </a:rPr>
              <a:t>human-in-the-loop review</a:t>
            </a:r>
            <a:r>
              <a:rPr lang="en-US" sz="1200">
                <a:ea typeface="+mn-lt"/>
                <a:cs typeface="+mn-lt"/>
              </a:rPr>
              <a:t> to ensure data accuracy and compliance before production.</a:t>
            </a:r>
            <a:endParaRPr lang="en-US" sz="1200" dirty="0">
              <a:ea typeface="Calibri"/>
              <a:cs typeface="Calibri"/>
            </a:endParaRPr>
          </a:p>
          <a:p>
            <a:pPr marL="285750" indent="-285750" algn="just">
              <a:buFont typeface="Arial"/>
              <a:buChar char="•"/>
            </a:pPr>
            <a:endParaRPr lang="en-US" sz="1200" dirty="0">
              <a:ea typeface="Calibri"/>
              <a:cs typeface="Calibri"/>
            </a:endParaRPr>
          </a:p>
        </p:txBody>
      </p:sp>
      <p:pic>
        <p:nvPicPr>
          <p:cNvPr id="6" name="Picture 5">
            <a:extLst>
              <a:ext uri="{FF2B5EF4-FFF2-40B4-BE49-F238E27FC236}">
                <a16:creationId xmlns:a16="http://schemas.microsoft.com/office/drawing/2014/main" id="{1BC87B87-677C-9D41-9E27-B8934C613AC5}"/>
              </a:ext>
            </a:extLst>
          </p:cNvPr>
          <p:cNvPicPr>
            <a:picLocks noChangeAspect="1"/>
          </p:cNvPicPr>
          <p:nvPr/>
        </p:nvPicPr>
        <p:blipFill>
          <a:blip r:embed="rId2"/>
          <a:srcRect l="15179" t="7651" r="14051" b="8021"/>
          <a:stretch>
            <a:fillRect/>
          </a:stretch>
        </p:blipFill>
        <p:spPr>
          <a:xfrm>
            <a:off x="711775" y="3429334"/>
            <a:ext cx="3687910" cy="2536689"/>
          </a:xfrm>
          <a:prstGeom prst="rect">
            <a:avLst/>
          </a:prstGeom>
          <a:solidFill>
            <a:schemeClr val="bg1"/>
          </a:solidFill>
        </p:spPr>
      </p:pic>
      <p:sp>
        <p:nvSpPr>
          <p:cNvPr id="11" name="Rectangle: Rounded Corners 10">
            <a:extLst>
              <a:ext uri="{FF2B5EF4-FFF2-40B4-BE49-F238E27FC236}">
                <a16:creationId xmlns:a16="http://schemas.microsoft.com/office/drawing/2014/main" id="{FD4206B4-D882-97F4-3FE0-C11775401E4A}"/>
              </a:ext>
            </a:extLst>
          </p:cNvPr>
          <p:cNvSpPr/>
          <p:nvPr/>
        </p:nvSpPr>
        <p:spPr>
          <a:xfrm>
            <a:off x="5732586" y="4090811"/>
            <a:ext cx="5708431" cy="1668516"/>
          </a:xfrm>
          <a:prstGeom prst="round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C19A98-8430-2A93-5A68-FECA86662EAA}"/>
              </a:ext>
            </a:extLst>
          </p:cNvPr>
          <p:cNvSpPr txBox="1"/>
          <p:nvPr/>
        </p:nvSpPr>
        <p:spPr>
          <a:xfrm>
            <a:off x="5935655" y="4229328"/>
            <a:ext cx="5031827"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200">
                <a:ea typeface="Calibri"/>
                <a:cs typeface="Calibri"/>
              </a:rPr>
              <a:t> Fully automates end to endsemantic model creation.</a:t>
            </a:r>
            <a:endParaRPr lang="en-US" sz="1200" dirty="0">
              <a:ea typeface="Calibri"/>
              <a:cs typeface="Calibri"/>
            </a:endParaRPr>
          </a:p>
          <a:p>
            <a:pPr marL="285750" indent="-285750">
              <a:buFont typeface="Arial"/>
              <a:buChar char="•"/>
            </a:pPr>
            <a:r>
              <a:rPr lang="en-US" sz="1200">
                <a:ea typeface="Calibri"/>
                <a:cs typeface="Calibri"/>
              </a:rPr>
              <a:t> Connects with Databricks,Microsoft Fabric, and Azure for unified analytics.</a:t>
            </a:r>
            <a:endParaRPr lang="en-US" sz="1200" dirty="0">
              <a:ea typeface="Calibri"/>
              <a:cs typeface="Calibri"/>
            </a:endParaRPr>
          </a:p>
          <a:p>
            <a:pPr marL="285750" indent="-285750">
              <a:buFont typeface="Arial"/>
              <a:buChar char="•"/>
            </a:pPr>
            <a:r>
              <a:rPr lang="en-US" sz="1200">
                <a:ea typeface="Calibri"/>
                <a:cs typeface="Calibri"/>
              </a:rPr>
              <a:t>Leverages Azure’s infrastructure forhigh performance and low maintenance.</a:t>
            </a:r>
            <a:endParaRPr lang="en-US" sz="1200" dirty="0">
              <a:ea typeface="Calibri"/>
              <a:cs typeface="Calibri"/>
            </a:endParaRPr>
          </a:p>
          <a:p>
            <a:pPr marL="285750" indent="-285750">
              <a:buFont typeface="Arial"/>
              <a:buChar char="•"/>
            </a:pPr>
            <a:r>
              <a:rPr lang="en-US" sz="1200">
                <a:ea typeface="Calibri"/>
                <a:cs typeface="Calibri"/>
              </a:rPr>
              <a:t>Combines automation withexpert validation for accuracy and compliance.</a:t>
            </a:r>
            <a:endParaRPr lang="en-US" sz="1200" dirty="0">
              <a:ea typeface="Calibri"/>
              <a:cs typeface="Calibri"/>
            </a:endParaRPr>
          </a:p>
          <a:p>
            <a:pPr marL="285750" indent="-285750">
              <a:buFont typeface="Arial"/>
              <a:buChar char="•"/>
            </a:pPr>
            <a:endParaRPr lang="en-US" sz="1200" dirty="0">
              <a:ea typeface="Calibri"/>
              <a:cs typeface="Calibri"/>
            </a:endParaRPr>
          </a:p>
        </p:txBody>
      </p:sp>
      <p:pic>
        <p:nvPicPr>
          <p:cNvPr id="16" name="Picture 15" descr="A diagram of a connection&#10;&#10;AI-generated content may be incorrect.">
            <a:extLst>
              <a:ext uri="{FF2B5EF4-FFF2-40B4-BE49-F238E27FC236}">
                <a16:creationId xmlns:a16="http://schemas.microsoft.com/office/drawing/2014/main" id="{947B1DF0-C1F4-2120-D419-F9AAAB40FB7B}"/>
              </a:ext>
            </a:extLst>
          </p:cNvPr>
          <p:cNvPicPr>
            <a:picLocks noChangeAspect="1"/>
          </p:cNvPicPr>
          <p:nvPr/>
        </p:nvPicPr>
        <p:blipFill>
          <a:blip r:embed="rId3"/>
          <a:srcRect l="147" t="19902" r="-147" b="26052"/>
          <a:stretch>
            <a:fillRect/>
          </a:stretch>
        </p:blipFill>
        <p:spPr>
          <a:xfrm>
            <a:off x="516000" y="1669370"/>
            <a:ext cx="4074004" cy="1225778"/>
          </a:xfrm>
          <a:prstGeom prst="rect">
            <a:avLst/>
          </a:prstGeom>
        </p:spPr>
      </p:pic>
      <p:sp>
        <p:nvSpPr>
          <p:cNvPr id="17" name="TextBox 16">
            <a:extLst>
              <a:ext uri="{FF2B5EF4-FFF2-40B4-BE49-F238E27FC236}">
                <a16:creationId xmlns:a16="http://schemas.microsoft.com/office/drawing/2014/main" id="{1E78720C-9C01-5697-40A9-DE3E95EA684D}"/>
              </a:ext>
            </a:extLst>
          </p:cNvPr>
          <p:cNvSpPr txBox="1"/>
          <p:nvPr/>
        </p:nvSpPr>
        <p:spPr>
          <a:xfrm>
            <a:off x="5751620" y="3550655"/>
            <a:ext cx="18981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tx2">
                    <a:lumMod val="90000"/>
                    <a:lumOff val="10000"/>
                  </a:schemeClr>
                </a:solidFill>
                <a:ea typeface="Calibri"/>
                <a:cs typeface="Calibri"/>
              </a:rPr>
              <a:t>Key Features</a:t>
            </a:r>
            <a:endParaRPr lang="en-US" b="1">
              <a:solidFill>
                <a:schemeClr val="tx2">
                  <a:lumMod val="90000"/>
                  <a:lumOff val="10000"/>
                </a:schemeClr>
              </a:solidFill>
            </a:endParaRPr>
          </a:p>
        </p:txBody>
      </p:sp>
      <p:sp>
        <p:nvSpPr>
          <p:cNvPr id="18" name="TextBox 17">
            <a:extLst>
              <a:ext uri="{FF2B5EF4-FFF2-40B4-BE49-F238E27FC236}">
                <a16:creationId xmlns:a16="http://schemas.microsoft.com/office/drawing/2014/main" id="{76B816F5-A8C8-8122-2099-627A6D582A80}"/>
              </a:ext>
            </a:extLst>
          </p:cNvPr>
          <p:cNvSpPr txBox="1"/>
          <p:nvPr/>
        </p:nvSpPr>
        <p:spPr>
          <a:xfrm>
            <a:off x="1296517" y="3147930"/>
            <a:ext cx="710482" cy="282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solidFill>
                  <a:schemeClr val="tx2">
                    <a:lumMod val="90000"/>
                    <a:lumOff val="10000"/>
                  </a:schemeClr>
                </a:solidFill>
                <a:ea typeface="Calibri"/>
                <a:cs typeface="Calibri"/>
              </a:rPr>
              <a:t>Before</a:t>
            </a:r>
            <a:endParaRPr lang="en-US"/>
          </a:p>
        </p:txBody>
      </p:sp>
      <p:sp>
        <p:nvSpPr>
          <p:cNvPr id="21" name="TextBox 20">
            <a:extLst>
              <a:ext uri="{FF2B5EF4-FFF2-40B4-BE49-F238E27FC236}">
                <a16:creationId xmlns:a16="http://schemas.microsoft.com/office/drawing/2014/main" id="{77CA8BFA-F6FE-F96B-2A98-6279AF77BF23}"/>
              </a:ext>
            </a:extLst>
          </p:cNvPr>
          <p:cNvSpPr txBox="1"/>
          <p:nvPr/>
        </p:nvSpPr>
        <p:spPr>
          <a:xfrm>
            <a:off x="2718103" y="3151344"/>
            <a:ext cx="96486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solidFill>
                  <a:schemeClr val="tx2">
                    <a:lumMod val="90000"/>
                    <a:lumOff val="10000"/>
                  </a:schemeClr>
                </a:solidFill>
                <a:ea typeface="Calibri"/>
                <a:cs typeface="Calibri"/>
              </a:rPr>
              <a:t>After</a:t>
            </a:r>
            <a:endParaRPr lang="en-US" b="1">
              <a:solidFill>
                <a:schemeClr val="tx2">
                  <a:lumMod val="90000"/>
                  <a:lumOff val="10000"/>
                </a:schemeClr>
              </a:solidFill>
              <a:ea typeface="Calibri" panose="020F0502020204030204"/>
              <a:cs typeface="Calibri" panose="020F0502020204030204"/>
            </a:endParaRPr>
          </a:p>
        </p:txBody>
      </p:sp>
      <p:sp>
        <p:nvSpPr>
          <p:cNvPr id="24" name="TextBox 23">
            <a:extLst>
              <a:ext uri="{FF2B5EF4-FFF2-40B4-BE49-F238E27FC236}">
                <a16:creationId xmlns:a16="http://schemas.microsoft.com/office/drawing/2014/main" id="{BB1DD2A2-B555-595B-D386-1877FAB0EC76}"/>
              </a:ext>
            </a:extLst>
          </p:cNvPr>
          <p:cNvSpPr txBox="1"/>
          <p:nvPr/>
        </p:nvSpPr>
        <p:spPr>
          <a:xfrm>
            <a:off x="810000" y="981000"/>
            <a:ext cx="1194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baseline="0">
                <a:solidFill>
                  <a:srgbClr val="002D89"/>
                </a:solidFill>
                <a:latin typeface="Calibri"/>
              </a:rPr>
              <a:t>Workflow</a:t>
            </a:r>
            <a:endParaRPr lang="en-US">
              <a:solidFill>
                <a:srgbClr val="002D89"/>
              </a:solidFill>
            </a:endParaRPr>
          </a:p>
        </p:txBody>
      </p:sp>
      <p:sp>
        <p:nvSpPr>
          <p:cNvPr id="26" name="TextBox 25">
            <a:extLst>
              <a:ext uri="{FF2B5EF4-FFF2-40B4-BE49-F238E27FC236}">
                <a16:creationId xmlns:a16="http://schemas.microsoft.com/office/drawing/2014/main" id="{FB47379C-ADB7-B84F-617C-9413FEB6FE45}"/>
              </a:ext>
            </a:extLst>
          </p:cNvPr>
          <p:cNvSpPr txBox="1"/>
          <p:nvPr/>
        </p:nvSpPr>
        <p:spPr>
          <a:xfrm>
            <a:off x="5754000" y="975000"/>
            <a:ext cx="1194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2D89"/>
                </a:solidFill>
                <a:ea typeface="Calibri"/>
                <a:cs typeface="Calibri"/>
              </a:rPr>
              <a:t>Tech Stack</a:t>
            </a:r>
            <a:endParaRPr lang="en-US" b="1" dirty="0">
              <a:solidFill>
                <a:srgbClr val="002D89"/>
              </a:solidFill>
              <a:ea typeface="Calibri"/>
              <a:cs typeface="Calibri"/>
            </a:endParaRPr>
          </a:p>
        </p:txBody>
      </p:sp>
      <p:sp>
        <p:nvSpPr>
          <p:cNvPr id="12" name="Rectangle 11">
            <a:extLst>
              <a:ext uri="{FF2B5EF4-FFF2-40B4-BE49-F238E27FC236}">
                <a16:creationId xmlns:a16="http://schemas.microsoft.com/office/drawing/2014/main" id="{6CE5B445-053B-4FB5-C323-CD335AA39DD0}"/>
              </a:ext>
            </a:extLst>
          </p:cNvPr>
          <p:cNvSpPr/>
          <p:nvPr/>
        </p:nvSpPr>
        <p:spPr>
          <a:xfrm>
            <a:off x="3916680" y="3718561"/>
            <a:ext cx="72390" cy="685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8291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17382" y="-12701"/>
            <a:ext cx="2713327" cy="6902217"/>
          </a:xfrm>
          <a:prstGeom prst="rect">
            <a:avLst/>
          </a:prstGeom>
        </p:spPr>
      </p:pic>
      <p:pic>
        <p:nvPicPr>
          <p:cNvPr id="6146" name="Picture 2" descr="Futuristic blue gear digital transformation abstract technology background."/>
          <p:cNvPicPr>
            <a:picLocks noChangeAspect="1" noChangeArrowheads="1"/>
          </p:cNvPicPr>
          <p:nvPr/>
        </p:nvPicPr>
        <p:blipFill rotWithShape="1">
          <a:blip r:embed="rId4">
            <a:extLst>
              <a:ext uri="{28A0092B-C50C-407E-A947-70E740481C1C}">
                <a14:useLocalDpi xmlns:a14="http://schemas.microsoft.com/office/drawing/2010/main" val="0"/>
              </a:ext>
            </a:extLst>
          </a:blip>
          <a:srcRect r="5962"/>
          <a:stretch/>
        </p:blipFill>
        <p:spPr bwMode="auto">
          <a:xfrm>
            <a:off x="653143" y="-12560"/>
            <a:ext cx="11538857" cy="6902077"/>
          </a:xfrm>
          <a:prstGeom prst="rect">
            <a:avLst/>
          </a:prstGeom>
          <a:noFill/>
          <a:extLst>
            <a:ext uri="{909E8E84-426E-40DD-AFC4-6F175D3DCCD1}">
              <a14:hiddenFill xmlns:a14="http://schemas.microsoft.com/office/drawing/2010/main">
                <a:solidFill>
                  <a:srgbClr val="FFFFFF"/>
                </a:solidFill>
              </a14:hiddenFill>
            </a:ext>
          </a:extLst>
        </p:spPr>
      </p:pic>
      <p:sp>
        <p:nvSpPr>
          <p:cNvPr id="18" name="Freeform 17"/>
          <p:cNvSpPr/>
          <p:nvPr/>
        </p:nvSpPr>
        <p:spPr>
          <a:xfrm>
            <a:off x="-17381" y="1185705"/>
            <a:ext cx="3225319" cy="4486590"/>
          </a:xfrm>
          <a:custGeom>
            <a:avLst/>
            <a:gdLst>
              <a:gd name="connsiteX0" fmla="*/ 982024 w 3225319"/>
              <a:gd name="connsiteY0" fmla="*/ 0 h 4486590"/>
              <a:gd name="connsiteX1" fmla="*/ 3225319 w 3225319"/>
              <a:gd name="connsiteY1" fmla="*/ 2243295 h 4486590"/>
              <a:gd name="connsiteX2" fmla="*/ 982024 w 3225319"/>
              <a:gd name="connsiteY2" fmla="*/ 4486590 h 4486590"/>
              <a:gd name="connsiteX3" fmla="*/ 0 w 3225319"/>
              <a:gd name="connsiteY3" fmla="*/ 3504566 h 4486590"/>
              <a:gd name="connsiteX4" fmla="*/ 0 w 3225319"/>
              <a:gd name="connsiteY4" fmla="*/ 982024 h 44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319" h="4486590">
                <a:moveTo>
                  <a:pt x="982024" y="0"/>
                </a:moveTo>
                <a:lnTo>
                  <a:pt x="3225319" y="2243295"/>
                </a:lnTo>
                <a:lnTo>
                  <a:pt x="982024" y="4486590"/>
                </a:lnTo>
                <a:lnTo>
                  <a:pt x="0" y="3504566"/>
                </a:lnTo>
                <a:lnTo>
                  <a:pt x="0" y="982024"/>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Diamond 5"/>
          <p:cNvSpPr/>
          <p:nvPr/>
        </p:nvSpPr>
        <p:spPr>
          <a:xfrm>
            <a:off x="2072753" y="3496828"/>
            <a:ext cx="2491990" cy="2491990"/>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Diamond 11"/>
          <p:cNvSpPr/>
          <p:nvPr/>
        </p:nvSpPr>
        <p:spPr>
          <a:xfrm>
            <a:off x="2846973" y="999837"/>
            <a:ext cx="3662600" cy="3662600"/>
          </a:xfrm>
          <a:prstGeom prst="diamond">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24F63841-2517-7D41-B019-871A914785B5}"/>
              </a:ext>
            </a:extLst>
          </p:cNvPr>
          <p:cNvSpPr/>
          <p:nvPr/>
        </p:nvSpPr>
        <p:spPr>
          <a:xfrm>
            <a:off x="59646" y="2690336"/>
            <a:ext cx="2440833" cy="147732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200" b="1" i="0" u="none" strike="noStrike" kern="1200" cap="none" spc="0" normalizeH="0" baseline="0" noProof="0">
                <a:ln>
                  <a:noFill/>
                </a:ln>
                <a:solidFill>
                  <a:srgbClr val="002060"/>
                </a:solidFill>
                <a:effectLst/>
                <a:uLnTx/>
                <a:uFillTx/>
                <a:latin typeface="Garamond" panose="02020404030301010803" pitchFamily="18" charset="0"/>
                <a:ea typeface="+mn-ea"/>
                <a:cs typeface="+mn-cs"/>
              </a:rPr>
              <a:t>Time To Transform </a:t>
            </a:r>
            <a:br>
              <a:rPr kumimoji="0" lang="en-CA" sz="3200" b="1" i="0" u="none" strike="noStrike" kern="1200" cap="none" spc="0" normalizeH="0" baseline="0" noProof="0">
                <a:ln>
                  <a:noFill/>
                </a:ln>
                <a:solidFill>
                  <a:srgbClr val="002060"/>
                </a:solidFill>
                <a:effectLst/>
                <a:uLnTx/>
                <a:uFillTx/>
                <a:latin typeface="Garamond" panose="02020404030301010803" pitchFamily="18" charset="0"/>
                <a:ea typeface="+mn-ea"/>
                <a:cs typeface="+mn-cs"/>
              </a:rPr>
            </a:br>
            <a:r>
              <a:rPr kumimoji="0" lang="en-CA" sz="3200" b="1" i="0" u="none" strike="noStrike" kern="1200" cap="none" spc="0" normalizeH="0" baseline="0" noProof="0">
                <a:ln>
                  <a:noFill/>
                </a:ln>
                <a:solidFill>
                  <a:srgbClr val="002060"/>
                </a:solidFill>
                <a:effectLst/>
                <a:uLnTx/>
                <a:uFillTx/>
                <a:latin typeface="Garamond" panose="02020404030301010803" pitchFamily="18" charset="0"/>
                <a:ea typeface="+mn-ea"/>
                <a:cs typeface="+mn-cs"/>
              </a:rPr>
              <a:t>Is …</a:t>
            </a:r>
          </a:p>
        </p:txBody>
      </p:sp>
      <p:sp>
        <p:nvSpPr>
          <p:cNvPr id="20" name="Rectangle 19">
            <a:extLst>
              <a:ext uri="{FF2B5EF4-FFF2-40B4-BE49-F238E27FC236}">
                <a16:creationId xmlns:a16="http://schemas.microsoft.com/office/drawing/2014/main" id="{24F63841-2517-7D41-B019-871A914785B5}"/>
              </a:ext>
            </a:extLst>
          </p:cNvPr>
          <p:cNvSpPr/>
          <p:nvPr/>
        </p:nvSpPr>
        <p:spPr>
          <a:xfrm>
            <a:off x="2480872" y="3614565"/>
            <a:ext cx="1675753" cy="147732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4800" b="1" i="0" u="none" strike="noStrike" kern="1200" cap="none" spc="0" normalizeH="0" baseline="0" noProof="0">
                <a:ln>
                  <a:noFill/>
                </a:ln>
                <a:solidFill>
                  <a:srgbClr val="FFFFFF"/>
                </a:solidFill>
                <a:effectLst/>
                <a:uLnTx/>
                <a:uFillTx/>
                <a:latin typeface="Garamond" panose="02020404030301010803" pitchFamily="18" charset="0"/>
                <a:ea typeface="+mn-ea"/>
                <a:cs typeface="+mn-cs"/>
              </a:rPr>
              <a:t>…</a:t>
            </a:r>
            <a:br>
              <a:rPr kumimoji="0" lang="en-CA" sz="4800" b="1" i="0" u="none" strike="noStrike" kern="1200" cap="none" spc="0" normalizeH="0" baseline="0" noProof="0">
                <a:ln>
                  <a:noFill/>
                </a:ln>
                <a:solidFill>
                  <a:srgbClr val="FFFFFF"/>
                </a:solidFill>
                <a:effectLst/>
                <a:uLnTx/>
                <a:uFillTx/>
                <a:latin typeface="Garamond" panose="02020404030301010803" pitchFamily="18" charset="0"/>
                <a:ea typeface="+mn-ea"/>
                <a:cs typeface="+mn-cs"/>
              </a:rPr>
            </a:br>
            <a:r>
              <a:rPr kumimoji="0" lang="en-CA" sz="4800" b="1" i="0" u="none" strike="noStrike" kern="1200" cap="none" spc="0" normalizeH="0" baseline="0" noProof="0">
                <a:ln>
                  <a:noFill/>
                </a:ln>
                <a:solidFill>
                  <a:srgbClr val="FFFFFF"/>
                </a:solidFill>
                <a:effectLst/>
                <a:uLnTx/>
                <a:uFillTx/>
                <a:latin typeface="Garamond" panose="02020404030301010803" pitchFamily="18" charset="0"/>
                <a:ea typeface="+mn-ea"/>
                <a:cs typeface="+mn-cs"/>
              </a:rPr>
              <a:t>NOW</a:t>
            </a:r>
          </a:p>
        </p:txBody>
      </p:sp>
      <p:sp>
        <p:nvSpPr>
          <p:cNvPr id="21" name="TextBox 20">
            <a:extLst>
              <a:ext uri="{FF2B5EF4-FFF2-40B4-BE49-F238E27FC236}">
                <a16:creationId xmlns:a16="http://schemas.microsoft.com/office/drawing/2014/main" id="{3C987B98-39DF-A74B-B92B-C5EB3820DC2D}"/>
              </a:ext>
            </a:extLst>
          </p:cNvPr>
          <p:cNvSpPr txBox="1"/>
          <p:nvPr/>
        </p:nvSpPr>
        <p:spPr>
          <a:xfrm>
            <a:off x="3152983" y="2415639"/>
            <a:ext cx="3050579"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Garamond" panose="02020404030301010803" pitchFamily="18" charset="0"/>
                <a:ea typeface="+mn-ea"/>
                <a:cs typeface="+mn-cs"/>
                <a:hlinkClick r:id="rId5"/>
              </a:rPr>
              <a:t>ssmoses@datapattern.ai</a:t>
            </a:r>
            <a:endParaRPr kumimoji="0" lang="en-US" sz="2400" b="0" i="0" u="none" strike="noStrike" kern="1200" cap="none" spc="0" normalizeH="0" baseline="0" noProof="0">
              <a:ln>
                <a:noFill/>
              </a:ln>
              <a:solidFill>
                <a:srgbClr val="FFFFFF"/>
              </a:solidFill>
              <a:effectLst/>
              <a:uLnTx/>
              <a:uFillTx/>
              <a:latin typeface="Garamond" panose="02020404030301010803"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+1 508 654 3779</a:t>
            </a:r>
          </a:p>
        </p:txBody>
      </p:sp>
      <p:sp>
        <p:nvSpPr>
          <p:cNvPr id="2" name="Slide Number Placeholder 1">
            <a:extLst>
              <a:ext uri="{FF2B5EF4-FFF2-40B4-BE49-F238E27FC236}">
                <a16:creationId xmlns:a16="http://schemas.microsoft.com/office/drawing/2014/main" id="{6DE5172C-FBB0-5E4E-AC3F-0157D16DD649}"/>
              </a:ext>
            </a:extLst>
          </p:cNvPr>
          <p:cNvSpPr>
            <a:spLocks noGrp="1"/>
          </p:cNvSpPr>
          <p:nvPr>
            <p:ph type="sldNum" sz="quarter" idx="4"/>
          </p:nvPr>
        </p:nvSpPr>
        <p:spPr/>
        <p:txBody>
          <a:bodyPr/>
          <a:lstStyle/>
          <a:p>
            <a:fld id="{274CC3B9-6596-1243-9665-72A444B9047F}" type="slidenum">
              <a:rPr lang="en-CA" smtClean="0"/>
              <a:pPr/>
              <a:t>5</a:t>
            </a:fld>
            <a:endParaRPr lang="en-CA"/>
          </a:p>
        </p:txBody>
      </p:sp>
    </p:spTree>
    <p:extLst>
      <p:ext uri="{BB962C8B-B14F-4D97-AF65-F5344CB8AC3E}">
        <p14:creationId xmlns:p14="http://schemas.microsoft.com/office/powerpoint/2010/main" val="820932721"/>
      </p:ext>
    </p:extLst>
  </p:cSld>
  <p:clrMapOvr>
    <a:masterClrMapping/>
  </p:clrMapOvr>
</p:sld>
</file>

<file path=ppt/theme/theme1.xml><?xml version="1.0" encoding="utf-8"?>
<a:theme xmlns:a="http://schemas.openxmlformats.org/drawingml/2006/main" name="2_Office Theme">
  <a:themeElements>
    <a:clrScheme name="Custom 2">
      <a:dk1>
        <a:srgbClr val="3F3F3F"/>
      </a:dk1>
      <a:lt1>
        <a:srgbClr val="FFFFFF"/>
      </a:lt1>
      <a:dk2>
        <a:srgbClr val="002060"/>
      </a:dk2>
      <a:lt2>
        <a:srgbClr val="E7E6E6"/>
      </a:lt2>
      <a:accent1>
        <a:srgbClr val="D8D8D8"/>
      </a:accent1>
      <a:accent2>
        <a:srgbClr val="7F7F7F"/>
      </a:accent2>
      <a:accent3>
        <a:srgbClr val="0070C0"/>
      </a:accent3>
      <a:accent4>
        <a:srgbClr val="F4B183"/>
      </a:accent4>
      <a:accent5>
        <a:srgbClr val="000066"/>
      </a:accent5>
      <a:accent6>
        <a:srgbClr val="ED7D31"/>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2">
      <a:dk1>
        <a:srgbClr val="3F3F3F"/>
      </a:dk1>
      <a:lt1>
        <a:srgbClr val="FFFFFF"/>
      </a:lt1>
      <a:dk2>
        <a:srgbClr val="002060"/>
      </a:dk2>
      <a:lt2>
        <a:srgbClr val="E7E6E6"/>
      </a:lt2>
      <a:accent1>
        <a:srgbClr val="D8D8D8"/>
      </a:accent1>
      <a:accent2>
        <a:srgbClr val="7F7F7F"/>
      </a:accent2>
      <a:accent3>
        <a:srgbClr val="0070C0"/>
      </a:accent3>
      <a:accent4>
        <a:srgbClr val="F4B183"/>
      </a:accent4>
      <a:accent5>
        <a:srgbClr val="000066"/>
      </a:accent5>
      <a:accent6>
        <a:srgbClr val="ED7D31"/>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taPattern Overview for Intel[724]" id="{68AC1855-D0F8-4377-8505-044080BEDED5}" vid="{88C21425-C578-4ED2-9B2B-730CB433FD64}"/>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TotalTime>
  <Words>250</Words>
  <Application>Microsoft Office PowerPoint</Application>
  <PresentationFormat>Widescreen</PresentationFormat>
  <Paragraphs>40</Paragraphs>
  <Slides>5</Slides>
  <Notes>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vt:i4>
      </vt:variant>
    </vt:vector>
  </HeadingPairs>
  <TitlesOfParts>
    <vt:vector size="18" baseType="lpstr">
      <vt:lpstr>Arial</vt:lpstr>
      <vt:lpstr>Calibri</vt:lpstr>
      <vt:lpstr>Calibri Light</vt:lpstr>
      <vt:lpstr>Exo</vt:lpstr>
      <vt:lpstr>Garamond</vt:lpstr>
      <vt:lpstr>Montserrat SemiBold</vt:lpstr>
      <vt:lpstr>Roboto</vt:lpstr>
      <vt:lpstr>Roboto Condensed Light</vt:lpstr>
      <vt:lpstr>Segoe UI Historic</vt:lpstr>
      <vt:lpstr>Wingdings</vt:lpstr>
      <vt:lpstr>2_Office Theme</vt:lpstr>
      <vt:lpstr>2_Office Theme</vt:lpstr>
      <vt:lpstr>1_Office Theme</vt:lpstr>
      <vt:lpstr>PowerPoint Presentation</vt:lpstr>
      <vt:lpstr>Problem Statement : </vt:lpstr>
      <vt:lpstr> Logical Architecture Overview </vt:lpstr>
      <vt:lpstr> Auto Semantic 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Shankari G</dc:creator>
  <cp:lastModifiedBy>Praveen Kumar Dharmalingam</cp:lastModifiedBy>
  <cp:revision>745</cp:revision>
  <dcterms:created xsi:type="dcterms:W3CDTF">2013-07-15T20:26:40Z</dcterms:created>
  <dcterms:modified xsi:type="dcterms:W3CDTF">2025-11-04T11:43:21Z</dcterms:modified>
</cp:coreProperties>
</file>